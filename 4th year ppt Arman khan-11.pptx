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type="screen4x3" cy="6858000" cx="9144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8813"/>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tableStyles" Target="tableStyle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55" name=""/>
        <p:cNvGrpSpPr/>
        <p:nvPr/>
      </p:nvGrpSpPr>
      <p:grpSpPr>
        <a:xfrm>
          <a:off x="0" y="0"/>
          <a:ext cx="0" cy="0"/>
          <a:chOff x="0" y="0"/>
          <a:chExt cx="0" cy="0"/>
        </a:xfrm>
      </p:grpSpPr>
      <p:sp>
        <p:nvSpPr>
          <p:cNvPr id="1048695" name="Header Placeholder 1"/>
          <p:cNvSpPr>
            <a:spLocks noGrp="1"/>
          </p:cNvSpPr>
          <p:nvPr>
            <p:ph type="hdr" sz="quarter"/>
          </p:nvPr>
        </p:nvSpPr>
        <p:spPr>
          <a:xfrm>
            <a:off x="0" y="0"/>
            <a:ext cx="2971800" cy="457200"/>
          </a:xfrm>
          <a:prstGeom prst="rect"/>
        </p:spPr>
        <p:txBody>
          <a:bodyPr bIns="45720" lIns="91440" rIns="91440" rtlCol="0" tIns="45720" vert="horz"/>
          <a:lstStyle>
            <a:lvl1pPr algn="l">
              <a:defRPr sz="1200"/>
            </a:lvl1pPr>
          </a:lstStyle>
          <a:p>
            <a:endParaRPr lang="en-US"/>
          </a:p>
        </p:txBody>
      </p:sp>
      <p:sp>
        <p:nvSpPr>
          <p:cNvPr id="1048696" name="Date Placeholder 2"/>
          <p:cNvSpPr>
            <a:spLocks noGrp="1"/>
          </p:cNvSpPr>
          <p:nvPr>
            <p:ph type="dt" idx="1"/>
          </p:nvPr>
        </p:nvSpPr>
        <p:spPr>
          <a:xfrm>
            <a:off x="3884613" y="0"/>
            <a:ext cx="2971800" cy="457200"/>
          </a:xfrm>
          <a:prstGeom prst="rect"/>
        </p:spPr>
        <p:txBody>
          <a:bodyPr bIns="45720" lIns="91440" rIns="91440" rtlCol="0" tIns="45720" vert="horz"/>
          <a:lstStyle>
            <a:lvl1pPr algn="r">
              <a:defRPr sz="1200"/>
            </a:lvl1pPr>
          </a:lstStyle>
          <a:p>
            <a:fld id="{B41B9097-E85D-4CF8-9255-9935DE0993C4}" type="datetimeFigureOut">
              <a:rPr lang="en-US" smtClean="0"/>
              <a:t>4/13/2026</a:t>
            </a:fld>
            <a:endParaRPr lang="en-US"/>
          </a:p>
        </p:txBody>
      </p:sp>
      <p:sp>
        <p:nvSpPr>
          <p:cNvPr id="1048697" name="Slide Image Placeholder 3"/>
          <p:cNvSpPr>
            <a:spLocks noChangeAspect="1" noRot="1" noGrp="1"/>
          </p:cNvSpPr>
          <p:nvPr>
            <p:ph type="sldImg" idx="2"/>
          </p:nvPr>
        </p:nvSpPr>
        <p:spPr>
          <a:xfrm>
            <a:off x="1143000" y="685800"/>
            <a:ext cx="4572000" cy="3429000"/>
          </a:xfrm>
          <a:prstGeom prst="rect"/>
          <a:noFill/>
          <a:ln w="12700">
            <a:solidFill>
              <a:prstClr val="black"/>
            </a:solidFill>
          </a:ln>
        </p:spPr>
        <p:txBody>
          <a:bodyPr anchor="ctr" bIns="45720" lIns="91440" rIns="91440" rtlCol="0" tIns="45720" vert="horz"/>
          <a:p>
            <a:endParaRPr lang="en-US"/>
          </a:p>
        </p:txBody>
      </p:sp>
      <p:sp>
        <p:nvSpPr>
          <p:cNvPr id="1048698" name="Notes Placeholder 4"/>
          <p:cNvSpPr>
            <a:spLocks noGrp="1"/>
          </p:cNvSpPr>
          <p:nvPr>
            <p:ph type="body" sz="quarter" idx="3"/>
          </p:nvPr>
        </p:nvSpPr>
        <p:spPr>
          <a:xfrm>
            <a:off x="685800" y="4343400"/>
            <a:ext cx="5486400" cy="4114800"/>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9" name="Footer Placeholder 5"/>
          <p:cNvSpPr>
            <a:spLocks noGrp="1"/>
          </p:cNvSpPr>
          <p:nvPr>
            <p:ph type="ftr" sz="quarter" idx="4"/>
          </p:nvPr>
        </p:nvSpPr>
        <p:spPr>
          <a:xfrm>
            <a:off x="0" y="8685213"/>
            <a:ext cx="2971800" cy="457200"/>
          </a:xfrm>
          <a:prstGeom prst="rect"/>
        </p:spPr>
        <p:txBody>
          <a:bodyPr anchor="b" bIns="45720" lIns="91440" rIns="91440" rtlCol="0" tIns="45720" vert="horz"/>
          <a:lstStyle>
            <a:lvl1pPr algn="l">
              <a:defRPr sz="1200"/>
            </a:lvl1pPr>
          </a:lstStyle>
          <a:p>
            <a:endParaRPr lang="en-US"/>
          </a:p>
        </p:txBody>
      </p:sp>
      <p:sp>
        <p:nvSpPr>
          <p:cNvPr id="1048700" name="Slide Number Placeholder 6"/>
          <p:cNvSpPr>
            <a:spLocks noGrp="1"/>
          </p:cNvSpPr>
          <p:nvPr>
            <p:ph type="sldNum" sz="quarter" idx="5"/>
          </p:nvPr>
        </p:nvSpPr>
        <p:spPr>
          <a:xfrm>
            <a:off x="3884613" y="8685213"/>
            <a:ext cx="2971800" cy="457200"/>
          </a:xfrm>
          <a:prstGeom prst="rect"/>
        </p:spPr>
        <p:txBody>
          <a:bodyPr anchor="b" bIns="45720" lIns="91440" rIns="91440" rtlCol="0" tIns="45720" vert="horz"/>
          <a:lstStyle>
            <a:lvl1pPr algn="r">
              <a:defRPr sz="1200"/>
            </a:lvl1pPr>
          </a:lstStyle>
          <a:p>
            <a:fld id="{ADE0DD7B-3341-4CAB-AE1D-CE18F97B84E7}" type="slidenum">
              <a:rPr lang="en-US" smtClean="0"/>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4" name=""/>
        <p:cNvGrpSpPr/>
        <p:nvPr/>
      </p:nvGrpSpPr>
      <p:grpSpPr>
        <a:xfrm>
          <a:off x="0" y="0"/>
          <a:ext cx="0" cy="0"/>
          <a:chOff x="0" y="0"/>
          <a:chExt cx="0" cy="0"/>
        </a:xfrm>
      </p:grpSpPr>
      <p:sp>
        <p:nvSpPr>
          <p:cNvPr id="1048586" name="Title 13"/>
          <p:cNvSpPr>
            <a:spLocks noGrp="1"/>
          </p:cNvSpPr>
          <p:nvPr>
            <p:ph type="ctrTitle"/>
          </p:nvPr>
        </p:nvSpPr>
        <p:spPr>
          <a:xfrm>
            <a:off x="1432560" y="359898"/>
            <a:ext cx="7406640" cy="1472184"/>
          </a:xfrm>
        </p:spPr>
        <p:txBody>
          <a:bodyPr anchor="b"/>
          <a:lstStyle>
            <a:lvl1pPr algn="l"/>
          </a:lstStyle>
          <a:p>
            <a:r>
              <a:rPr kumimoji="0" lang="en-US"/>
              <a:t>Click to edit Master title style</a:t>
            </a:r>
          </a:p>
        </p:txBody>
      </p:sp>
      <p:sp>
        <p:nvSpPr>
          <p:cNvPr id="1048587" name="Subtitle 21"/>
          <p:cNvSpPr>
            <a:spLocks noGrp="1"/>
          </p:cNvSpPr>
          <p:nvPr>
            <p:ph type="subTitle" idx="1"/>
          </p:nvPr>
        </p:nvSpPr>
        <p:spPr>
          <a:xfrm>
            <a:off x="1432560" y="1850064"/>
            <a:ext cx="7406640" cy="1752600"/>
          </a:xfrm>
        </p:spPr>
        <p:txBody>
          <a:bodyPr tIns="0"/>
          <a:lstStyle>
            <a:lvl1pPr algn="l" indent="0" marL="27432">
              <a:buNone/>
              <a:defRPr sz="2600">
                <a:solidFill>
                  <a:schemeClr val="tx2">
                    <a:shade val="30000"/>
                    <a:satMod val="150000"/>
                  </a:schemeClr>
                </a:solidFill>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a:t>Click to edit Master subtitle style</a:t>
            </a:r>
          </a:p>
        </p:txBody>
      </p:sp>
      <p:sp>
        <p:nvSpPr>
          <p:cNvPr id="1048588" name="Date Placeholder 6"/>
          <p:cNvSpPr>
            <a:spLocks noGrp="1"/>
          </p:cNvSpPr>
          <p:nvPr>
            <p:ph type="dt" sz="half" idx="10"/>
          </p:nvPr>
        </p:nvSpPr>
        <p:spPr/>
        <p:txBody>
          <a:bodyPr/>
          <a:p>
            <a:fld id="{1D8BD707-D9CF-40AE-B4C6-C98DA3205C09}" type="datetimeFigureOut">
              <a:rPr lang="en-US" smtClean="0"/>
              <a:t>4/13/2026</a:t>
            </a:fld>
            <a:endParaRPr lang="en-US"/>
          </a:p>
        </p:txBody>
      </p:sp>
      <p:sp>
        <p:nvSpPr>
          <p:cNvPr id="1048589" name="Footer Placeholder 19"/>
          <p:cNvSpPr>
            <a:spLocks noGrp="1"/>
          </p:cNvSpPr>
          <p:nvPr>
            <p:ph type="ftr" sz="quarter" idx="11"/>
          </p:nvPr>
        </p:nvSpPr>
        <p:spPr/>
        <p:txBody>
          <a:bodyPr/>
          <a:p>
            <a:endParaRPr lang="en-US"/>
          </a:p>
        </p:txBody>
      </p:sp>
      <p:sp>
        <p:nvSpPr>
          <p:cNvPr id="1048590" name="Slide Number Placeholder 9"/>
          <p:cNvSpPr>
            <a:spLocks noGrp="1"/>
          </p:cNvSpPr>
          <p:nvPr>
            <p:ph type="sldNum" sz="quarter" idx="12"/>
          </p:nvPr>
        </p:nvSpPr>
        <p:spPr/>
        <p:txBody>
          <a:bodyPr/>
          <a:p>
            <a:fld id="{B6F15528-21DE-4FAA-801E-634DDDAF4B2B}" type="slidenum">
              <a:rPr lang="en-US" smtClean="0"/>
              <a:t>‹#›</a:t>
            </a:fld>
            <a:endParaRPr lang="en-US"/>
          </a:p>
        </p:txBody>
      </p:sp>
      <p:sp>
        <p:nvSpPr>
          <p:cNvPr id="1048591" name="Oval 7"/>
          <p:cNvSpPr/>
          <p:nvPr/>
        </p:nvSpPr>
        <p:spPr>
          <a:xfrm>
            <a:off x="921433" y="1413802"/>
            <a:ext cx="210312" cy="210312"/>
          </a:xfrm>
          <a:prstGeom prst="ellipse"/>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
        <p:nvSpPr>
          <p:cNvPr id="1048592" name="Oval 8"/>
          <p:cNvSpPr/>
          <p:nvPr/>
        </p:nvSpPr>
        <p:spPr>
          <a:xfrm>
            <a:off x="1157176" y="1345016"/>
            <a:ext cx="64008" cy="64008"/>
          </a:xfrm>
          <a:prstGeom prst="ellipse"/>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3" name=""/>
        <p:cNvGrpSpPr/>
        <p:nvPr/>
      </p:nvGrpSpPr>
      <p:grpSpPr>
        <a:xfrm>
          <a:off x="0" y="0"/>
          <a:ext cx="0" cy="0"/>
          <a:chOff x="0" y="0"/>
          <a:chExt cx="0" cy="0"/>
        </a:xfrm>
      </p:grpSpPr>
      <p:sp>
        <p:nvSpPr>
          <p:cNvPr id="1048604" name="Title 1"/>
          <p:cNvSpPr>
            <a:spLocks noGrp="1"/>
          </p:cNvSpPr>
          <p:nvPr>
            <p:ph type="title"/>
          </p:nvPr>
        </p:nvSpPr>
        <p:spPr/>
        <p:txBody>
          <a:bodyPr/>
          <a:p>
            <a:r>
              <a:rPr kumimoji="0" lang="en-US"/>
              <a:t>Click to edit Master title style</a:t>
            </a:r>
          </a:p>
        </p:txBody>
      </p:sp>
      <p:sp>
        <p:nvSpPr>
          <p:cNvPr id="1048605" name="Content Placeholder 2"/>
          <p:cNvSpPr>
            <a:spLocks noGrp="1"/>
          </p:cNvSpPr>
          <p:nvPr>
            <p:ph idx="1"/>
          </p:nvPr>
        </p:nvSpPr>
        <p:spPr/>
        <p:txBody>
          <a:bodyPr/>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
        <p:nvSpPr>
          <p:cNvPr id="1048606" name="Date Placeholder 3"/>
          <p:cNvSpPr>
            <a:spLocks noGrp="1"/>
          </p:cNvSpPr>
          <p:nvPr>
            <p:ph type="dt" sz="half" idx="10"/>
          </p:nvPr>
        </p:nvSpPr>
        <p:spPr/>
        <p:txBody>
          <a:bodyPr/>
          <a:p>
            <a:fld id="{1D8BD707-D9CF-40AE-B4C6-C98DA3205C09}" type="datetimeFigureOut">
              <a:rPr lang="en-US" smtClean="0"/>
              <a:t>4/13/2026</a:t>
            </a:fld>
            <a:endParaRPr lang="en-US"/>
          </a:p>
        </p:txBody>
      </p:sp>
      <p:sp>
        <p:nvSpPr>
          <p:cNvPr id="1048607" name="Footer Placeholder 4"/>
          <p:cNvSpPr>
            <a:spLocks noGrp="1"/>
          </p:cNvSpPr>
          <p:nvPr>
            <p:ph type="ftr" sz="quarter" idx="11"/>
          </p:nvPr>
        </p:nvSpPr>
        <p:spPr/>
        <p:txBody>
          <a:bodyPr/>
          <a:p>
            <a:endParaRPr lang="en-US"/>
          </a:p>
        </p:txBody>
      </p:sp>
      <p:sp>
        <p:nvSpPr>
          <p:cNvPr id="1048608"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type="secHead">
  <p:cSld name="Section Header">
    <p:spTree>
      <p:nvGrpSpPr>
        <p:cNvPr id="50" name=""/>
        <p:cNvGrpSpPr/>
        <p:nvPr/>
      </p:nvGrpSpPr>
      <p:grpSpPr>
        <a:xfrm>
          <a:off x="0" y="0"/>
          <a:ext cx="0" cy="0"/>
          <a:chOff x="0" y="0"/>
          <a:chExt cx="0" cy="0"/>
        </a:xfrm>
      </p:grpSpPr>
      <p:sp>
        <p:nvSpPr>
          <p:cNvPr id="1048661" name="Rectangle 6"/>
          <p:cNvSpPr/>
          <p:nvPr/>
        </p:nvSpPr>
        <p:spPr>
          <a:xfrm>
            <a:off x="2282890" y="-54"/>
            <a:ext cx="6858000" cy="6858054"/>
          </a:xfrm>
          <a:prstGeom prst="rect"/>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662" name="Title 1"/>
          <p:cNvSpPr>
            <a:spLocks noGrp="1"/>
          </p:cNvSpPr>
          <p:nvPr>
            <p:ph type="title"/>
          </p:nvPr>
        </p:nvSpPr>
        <p:spPr>
          <a:xfrm>
            <a:off x="2578392" y="2600325"/>
            <a:ext cx="6400800" cy="2286000"/>
          </a:xfrm>
        </p:spPr>
        <p:txBody>
          <a:bodyPr anchor="t"/>
          <a:lstStyle>
            <a:lvl1pPr algn="l">
              <a:lnSpc>
                <a:spcPts val="4500"/>
              </a:lnSpc>
              <a:buNone/>
              <a:defRPr b="1" cap="all" sz="4000"/>
            </a:lvl1pPr>
          </a:lstStyle>
          <a:p>
            <a:r>
              <a:rPr kumimoji="0" lang="en-US"/>
              <a:t>Click to edit Master title style</a:t>
            </a:r>
          </a:p>
        </p:txBody>
      </p:sp>
      <p:sp>
        <p:nvSpPr>
          <p:cNvPr id="1048663" name="Text Placeholder 2"/>
          <p:cNvSpPr>
            <a:spLocks noGrp="1"/>
          </p:cNvSpPr>
          <p:nvPr>
            <p:ph type="body" idx="1"/>
          </p:nvPr>
        </p:nvSpPr>
        <p:spPr>
          <a:xfrm>
            <a:off x="2578392" y="1066800"/>
            <a:ext cx="6400800" cy="1509712"/>
          </a:xfrm>
        </p:spPr>
        <p:txBody>
          <a:bodyPr anchor="b"/>
          <a:lstStyle>
            <a:lvl1pPr indent="0" marL="18288">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a:t>Click to edit Master text styles</a:t>
            </a:r>
          </a:p>
        </p:txBody>
      </p:sp>
      <p:sp>
        <p:nvSpPr>
          <p:cNvPr id="1048664" name="Date Placeholder 3"/>
          <p:cNvSpPr>
            <a:spLocks noGrp="1"/>
          </p:cNvSpPr>
          <p:nvPr>
            <p:ph type="dt" sz="half" idx="10"/>
          </p:nvPr>
        </p:nvSpPr>
        <p:spPr/>
        <p:txBody>
          <a:bodyPr/>
          <a:p>
            <a:fld id="{1D8BD707-D9CF-40AE-B4C6-C98DA3205C09}" type="datetimeFigureOut">
              <a:rPr lang="en-US" smtClean="0"/>
              <a:t>4/13/2026</a:t>
            </a:fld>
            <a:endParaRPr lang="en-US"/>
          </a:p>
        </p:txBody>
      </p:sp>
      <p:sp>
        <p:nvSpPr>
          <p:cNvPr id="1048665" name="Footer Placeholder 4"/>
          <p:cNvSpPr>
            <a:spLocks noGrp="1"/>
          </p:cNvSpPr>
          <p:nvPr>
            <p:ph type="ftr" sz="quarter" idx="11"/>
          </p:nvPr>
        </p:nvSpPr>
        <p:spPr/>
        <p:txBody>
          <a:bodyPr/>
          <a:p>
            <a:endParaRPr lang="en-US"/>
          </a:p>
        </p:txBody>
      </p:sp>
      <p:sp>
        <p:nvSpPr>
          <p:cNvPr id="1048666" name="Slide Number Placeholder 5"/>
          <p:cNvSpPr>
            <a:spLocks noGrp="1"/>
          </p:cNvSpPr>
          <p:nvPr>
            <p:ph type="sldNum" sz="quarter" idx="12"/>
          </p:nvPr>
        </p:nvSpPr>
        <p:spPr/>
        <p:txBody>
          <a:bodyPr/>
          <a:p>
            <a:fld id="{B6F15528-21DE-4FAA-801E-634DDDAF4B2B}" type="slidenum">
              <a:rPr lang="en-US" smtClean="0"/>
              <a:t>‹#›</a:t>
            </a:fld>
            <a:endParaRPr lang="en-US"/>
          </a:p>
        </p:txBody>
      </p:sp>
      <p:sp>
        <p:nvSpPr>
          <p:cNvPr id="1048667" name="Rectangle 9"/>
          <p:cNvSpPr/>
          <p:nvPr/>
        </p:nvSpPr>
        <p:spPr bwMode="invGray">
          <a:xfrm>
            <a:off x="2286000" y="0"/>
            <a:ext cx="76200" cy="6858054"/>
          </a:xfrm>
          <a:prstGeom prst="rect"/>
          <a:solidFill>
            <a:schemeClr val="bg1"/>
          </a:solidFill>
          <a:ln w="25400" cap="rnd" cmpd="sng" algn="ctr">
            <a:noFill/>
            <a:prstDash val="solid"/>
          </a:ln>
          <a:effectLst>
            <a:outerShdw algn="tl" blurRad="38550" dir="10800000" dist="38000"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668" name="Oval 7"/>
          <p:cNvSpPr/>
          <p:nvPr/>
        </p:nvSpPr>
        <p:spPr>
          <a:xfrm>
            <a:off x="2172321" y="2814656"/>
            <a:ext cx="210312" cy="210312"/>
          </a:xfrm>
          <a:prstGeom prst="ellipse"/>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
        <p:nvSpPr>
          <p:cNvPr id="1048669" name="Oval 8"/>
          <p:cNvSpPr/>
          <p:nvPr/>
        </p:nvSpPr>
        <p:spPr>
          <a:xfrm>
            <a:off x="2408064" y="2745870"/>
            <a:ext cx="64008" cy="64008"/>
          </a:xfrm>
          <a:prstGeom prst="ellipse"/>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p>
            <a:pPr algn="ctr" eaLnBrk="1" hangingPunct="1" latinLnBrk="0"/>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51" name=""/>
        <p:cNvGrpSpPr/>
        <p:nvPr/>
      </p:nvGrpSpPr>
      <p:grpSpPr>
        <a:xfrm>
          <a:off x="0" y="0"/>
          <a:ext cx="0" cy="0"/>
          <a:chOff x="0" y="0"/>
          <a:chExt cx="0" cy="0"/>
        </a:xfrm>
      </p:grpSpPr>
      <p:sp>
        <p:nvSpPr>
          <p:cNvPr id="1048670" name="Title 1"/>
          <p:cNvSpPr>
            <a:spLocks noGrp="1"/>
          </p:cNvSpPr>
          <p:nvPr>
            <p:ph type="title"/>
          </p:nvPr>
        </p:nvSpPr>
        <p:spPr>
          <a:xfrm>
            <a:off x="1435608" y="274320"/>
            <a:ext cx="7498080" cy="1143000"/>
          </a:xfrm>
        </p:spPr>
        <p:txBody>
          <a:bodyPr/>
          <a:p>
            <a:r>
              <a:rPr kumimoji="0" lang="en-US"/>
              <a:t>Click to edit Master title style</a:t>
            </a:r>
          </a:p>
        </p:txBody>
      </p:sp>
      <p:sp>
        <p:nvSpPr>
          <p:cNvPr id="1048671"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lstStyle>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
        <p:nvSpPr>
          <p:cNvPr id="1048672"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lstStyle>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
        <p:nvSpPr>
          <p:cNvPr id="1048673" name="Date Placeholder 4"/>
          <p:cNvSpPr>
            <a:spLocks noGrp="1"/>
          </p:cNvSpPr>
          <p:nvPr>
            <p:ph type="dt" sz="half" idx="10"/>
          </p:nvPr>
        </p:nvSpPr>
        <p:spPr/>
        <p:txBody>
          <a:bodyPr/>
          <a:p>
            <a:fld id="{1D8BD707-D9CF-40AE-B4C6-C98DA3205C09}" type="datetimeFigureOut">
              <a:rPr lang="en-US" smtClean="0"/>
              <a:t>4/13/2026</a:t>
            </a:fld>
            <a:endParaRPr lang="en-US"/>
          </a:p>
        </p:txBody>
      </p:sp>
      <p:sp>
        <p:nvSpPr>
          <p:cNvPr id="1048674" name="Footer Placeholder 5"/>
          <p:cNvSpPr>
            <a:spLocks noGrp="1"/>
          </p:cNvSpPr>
          <p:nvPr>
            <p:ph type="ftr" sz="quarter" idx="11"/>
          </p:nvPr>
        </p:nvSpPr>
        <p:spPr/>
        <p:txBody>
          <a:bodyPr/>
          <a:p>
            <a:endParaRPr lang="en-US"/>
          </a:p>
        </p:txBody>
      </p:sp>
      <p:sp>
        <p:nvSpPr>
          <p:cNvPr id="1048675"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type="twoTxTwoObj">
  <p:cSld name="Comparison">
    <p:spTree>
      <p:nvGrpSpPr>
        <p:cNvPr id="52" name=""/>
        <p:cNvGrpSpPr/>
        <p:nvPr/>
      </p:nvGrpSpPr>
      <p:grpSpPr>
        <a:xfrm>
          <a:off x="0" y="0"/>
          <a:ext cx="0" cy="0"/>
          <a:chOff x="0" y="0"/>
          <a:chExt cx="0" cy="0"/>
        </a:xfrm>
      </p:grpSpPr>
      <p:sp>
        <p:nvSpPr>
          <p:cNvPr id="1048676" name="Title 1"/>
          <p:cNvSpPr>
            <a:spLocks noGrp="1"/>
          </p:cNvSpPr>
          <p:nvPr>
            <p:ph type="title"/>
          </p:nvPr>
        </p:nvSpPr>
        <p:spPr>
          <a:xfrm>
            <a:off x="457200" y="5160336"/>
            <a:ext cx="8229600" cy="1143000"/>
          </a:xfrm>
        </p:spPr>
        <p:txBody>
          <a:bodyPr anchor="ctr"/>
          <a:lstStyle>
            <a:lvl1pPr algn="ctr">
              <a:defRPr baseline="0" b="1" cap="none" sz="4500"/>
            </a:lvl1pPr>
          </a:lstStyle>
          <a:p>
            <a:r>
              <a:rPr kumimoji="0" lang="en-US"/>
              <a:t>Click to edit Master title style</a:t>
            </a:r>
          </a:p>
        </p:txBody>
      </p:sp>
      <p:sp>
        <p:nvSpPr>
          <p:cNvPr id="1048677"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algn="l" indent="0" marL="64008">
              <a:lnSpc>
                <a:spcPct val="100000"/>
              </a:lnSpc>
              <a:spcBef>
                <a:spcPts val="100"/>
              </a:spcBef>
              <a:buNone/>
              <a:defRPr b="0" sz="1900">
                <a:solidFill>
                  <a:schemeClr val="tx1"/>
                </a:solidFill>
              </a:defRPr>
            </a:lvl1pPr>
            <a:lvl2pPr>
              <a:buNone/>
              <a:defRPr b="1" sz="2000"/>
            </a:lvl2pPr>
            <a:lvl3pPr>
              <a:buNone/>
              <a:defRPr b="1" sz="1800"/>
            </a:lvl3pPr>
            <a:lvl4pPr>
              <a:buNone/>
              <a:defRPr b="1" sz="1600"/>
            </a:lvl4pPr>
            <a:lvl5pPr>
              <a:buNone/>
              <a:defRPr b="1" sz="1600"/>
            </a:lvl5pPr>
          </a:lstStyle>
          <a:p>
            <a:pPr eaLnBrk="1" hangingPunct="1" latinLnBrk="0" lvl="0"/>
            <a:r>
              <a:rPr kumimoji="0" lang="en-US"/>
              <a:t>Click to edit Master text styles</a:t>
            </a:r>
          </a:p>
        </p:txBody>
      </p:sp>
      <p:sp>
        <p:nvSpPr>
          <p:cNvPr id="1048678"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algn="l" indent="0" marL="64008">
              <a:lnSpc>
                <a:spcPct val="100000"/>
              </a:lnSpc>
              <a:spcBef>
                <a:spcPts val="100"/>
              </a:spcBef>
              <a:buNone/>
              <a:defRPr b="0" sz="1900">
                <a:solidFill>
                  <a:schemeClr val="tx1"/>
                </a:solidFill>
              </a:defRPr>
            </a:lvl1pPr>
            <a:lvl2pPr>
              <a:buNone/>
              <a:defRPr b="1" sz="2000"/>
            </a:lvl2pPr>
            <a:lvl3pPr>
              <a:buNone/>
              <a:defRPr b="1" sz="1800"/>
            </a:lvl3pPr>
            <a:lvl4pPr>
              <a:buNone/>
              <a:defRPr b="1" sz="1600"/>
            </a:lvl4pPr>
            <a:lvl5pPr>
              <a:buNone/>
              <a:defRPr b="1" sz="1600"/>
            </a:lvl5pPr>
          </a:lstStyle>
          <a:p>
            <a:pPr eaLnBrk="1" hangingPunct="1" latinLnBrk="0" lvl="0"/>
            <a:r>
              <a:rPr kumimoji="0" lang="en-US"/>
              <a:t>Click to edit Master text styles</a:t>
            </a:r>
          </a:p>
        </p:txBody>
      </p:sp>
      <p:sp>
        <p:nvSpPr>
          <p:cNvPr id="1048679"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indent="-274320" marL="393192">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
        <p:nvSpPr>
          <p:cNvPr id="1048680"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indent="-274320" marL="393192">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
        <p:nvSpPr>
          <p:cNvPr id="1048681" name="Date Placeholder 6"/>
          <p:cNvSpPr>
            <a:spLocks noGrp="1"/>
          </p:cNvSpPr>
          <p:nvPr>
            <p:ph type="dt" sz="half" idx="10"/>
          </p:nvPr>
        </p:nvSpPr>
        <p:spPr/>
        <p:txBody>
          <a:bodyPr/>
          <a:p>
            <a:fld id="{1D8BD707-D9CF-40AE-B4C6-C98DA3205C09}" type="datetimeFigureOut">
              <a:rPr lang="en-US" smtClean="0"/>
              <a:t>4/13/2026</a:t>
            </a:fld>
            <a:endParaRPr lang="en-US"/>
          </a:p>
        </p:txBody>
      </p:sp>
      <p:sp>
        <p:nvSpPr>
          <p:cNvPr id="1048682" name="Footer Placeholder 7"/>
          <p:cNvSpPr>
            <a:spLocks noGrp="1"/>
          </p:cNvSpPr>
          <p:nvPr>
            <p:ph type="ftr" sz="quarter" idx="11"/>
          </p:nvPr>
        </p:nvSpPr>
        <p:spPr/>
        <p:txBody>
          <a:bodyPr/>
          <a:p>
            <a:endParaRPr lang="en-US"/>
          </a:p>
        </p:txBody>
      </p:sp>
      <p:sp>
        <p:nvSpPr>
          <p:cNvPr id="1048683" name="Slide Number Placeholder 8"/>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46" name=""/>
        <p:cNvGrpSpPr/>
        <p:nvPr/>
      </p:nvGrpSpPr>
      <p:grpSpPr>
        <a:xfrm>
          <a:off x="0" y="0"/>
          <a:ext cx="0" cy="0"/>
          <a:chOff x="0" y="0"/>
          <a:chExt cx="0" cy="0"/>
        </a:xfrm>
      </p:grpSpPr>
      <p:sp>
        <p:nvSpPr>
          <p:cNvPr id="1048638" name="Title 1"/>
          <p:cNvSpPr>
            <a:spLocks noGrp="1"/>
          </p:cNvSpPr>
          <p:nvPr>
            <p:ph type="title"/>
          </p:nvPr>
        </p:nvSpPr>
        <p:spPr>
          <a:xfrm>
            <a:off x="1435608" y="274320"/>
            <a:ext cx="7498080" cy="1143000"/>
          </a:xfrm>
        </p:spPr>
        <p:txBody>
          <a:bodyPr anchor="ctr"/>
          <a:p>
            <a:r>
              <a:rPr kumimoji="0" lang="en-US"/>
              <a:t>Click to edit Master title style</a:t>
            </a:r>
          </a:p>
        </p:txBody>
      </p:sp>
      <p:sp>
        <p:nvSpPr>
          <p:cNvPr id="1048639" name="Date Placeholder 2"/>
          <p:cNvSpPr>
            <a:spLocks noGrp="1"/>
          </p:cNvSpPr>
          <p:nvPr>
            <p:ph type="dt" sz="half" idx="10"/>
          </p:nvPr>
        </p:nvSpPr>
        <p:spPr/>
        <p:txBody>
          <a:bodyPr/>
          <a:p>
            <a:fld id="{1D8BD707-D9CF-40AE-B4C6-C98DA3205C09}" type="datetimeFigureOut">
              <a:rPr lang="en-US" smtClean="0"/>
              <a:t>4/13/2026</a:t>
            </a:fld>
            <a:endParaRPr lang="en-US"/>
          </a:p>
        </p:txBody>
      </p:sp>
      <p:sp>
        <p:nvSpPr>
          <p:cNvPr id="1048640" name="Footer Placeholder 3"/>
          <p:cNvSpPr>
            <a:spLocks noGrp="1"/>
          </p:cNvSpPr>
          <p:nvPr>
            <p:ph type="ftr" sz="quarter" idx="11"/>
          </p:nvPr>
        </p:nvSpPr>
        <p:spPr/>
        <p:txBody>
          <a:bodyPr/>
          <a:p>
            <a:endParaRPr lang="en-US"/>
          </a:p>
        </p:txBody>
      </p:sp>
      <p:sp>
        <p:nvSpPr>
          <p:cNvPr id="1048641" name="Slide Number Placeholder 4"/>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type="blank">
  <p:cSld name="Blank">
    <p:spTree>
      <p:nvGrpSpPr>
        <p:cNvPr id="53" name=""/>
        <p:cNvGrpSpPr/>
        <p:nvPr/>
      </p:nvGrpSpPr>
      <p:grpSpPr>
        <a:xfrm>
          <a:off x="0" y="0"/>
          <a:ext cx="0" cy="0"/>
          <a:chOff x="0" y="0"/>
          <a:chExt cx="0" cy="0"/>
        </a:xfrm>
      </p:grpSpPr>
      <p:sp>
        <p:nvSpPr>
          <p:cNvPr id="1048684" name="Rectangle 4"/>
          <p:cNvSpPr/>
          <p:nvPr/>
        </p:nvSpPr>
        <p:spPr>
          <a:xfrm>
            <a:off x="1014984" y="0"/>
            <a:ext cx="8129016" cy="6858000"/>
          </a:xfrm>
          <a:prstGeom prst="rect"/>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685" name="Date Placeholder 1"/>
          <p:cNvSpPr>
            <a:spLocks noGrp="1"/>
          </p:cNvSpPr>
          <p:nvPr>
            <p:ph type="dt" sz="half" idx="10"/>
          </p:nvPr>
        </p:nvSpPr>
        <p:spPr/>
        <p:txBody>
          <a:bodyPr/>
          <a:p>
            <a:fld id="{1D8BD707-D9CF-40AE-B4C6-C98DA3205C09}" type="datetimeFigureOut">
              <a:rPr lang="en-US" smtClean="0"/>
              <a:t>4/13/2026</a:t>
            </a:fld>
            <a:endParaRPr lang="en-US"/>
          </a:p>
        </p:txBody>
      </p:sp>
      <p:sp>
        <p:nvSpPr>
          <p:cNvPr id="1048686" name="Footer Placeholder 2"/>
          <p:cNvSpPr>
            <a:spLocks noGrp="1"/>
          </p:cNvSpPr>
          <p:nvPr>
            <p:ph type="ftr" sz="quarter" idx="11"/>
          </p:nvPr>
        </p:nvSpPr>
        <p:spPr/>
        <p:txBody>
          <a:bodyPr/>
          <a:p>
            <a:endParaRPr lang="en-US"/>
          </a:p>
        </p:txBody>
      </p:sp>
      <p:sp>
        <p:nvSpPr>
          <p:cNvPr id="1048687" name="Slide Number Placeholder 3"/>
          <p:cNvSpPr>
            <a:spLocks noGrp="1"/>
          </p:cNvSpPr>
          <p:nvPr>
            <p:ph type="sldNum" sz="quarter" idx="12"/>
          </p:nvPr>
        </p:nvSpPr>
        <p:spPr/>
        <p:txBody>
          <a:bodyPr/>
          <a:p>
            <a:fld id="{B6F15528-21DE-4FAA-801E-634DDDAF4B2B}" type="slidenum">
              <a:rPr lang="en-US" smtClean="0"/>
              <a:t>‹#›</a:t>
            </a:fld>
            <a:endParaRPr lang="en-US"/>
          </a:p>
        </p:txBody>
      </p:sp>
      <p:sp>
        <p:nvSpPr>
          <p:cNvPr id="1048688" name="Rectangle 5"/>
          <p:cNvSpPr/>
          <p:nvPr/>
        </p:nvSpPr>
        <p:spPr bwMode="invGray">
          <a:xfrm>
            <a:off x="1014984" y="-54"/>
            <a:ext cx="73152" cy="6858054"/>
          </a:xfrm>
          <a:prstGeom prst="rect"/>
          <a:solidFill>
            <a:schemeClr val="bg1"/>
          </a:solidFill>
          <a:ln w="25400" cap="rnd" cmpd="sng" algn="ctr">
            <a:noFill/>
            <a:prstDash val="solid"/>
          </a:ln>
          <a:effectLst>
            <a:outerShdw algn="tl" blurRad="38550" dir="10800000" dist="38000"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type="objTx">
  <p:cSld name="Content with Caption">
    <p:spTree>
      <p:nvGrpSpPr>
        <p:cNvPr id="54" name=""/>
        <p:cNvGrpSpPr/>
        <p:nvPr/>
      </p:nvGrpSpPr>
      <p:grpSpPr>
        <a:xfrm>
          <a:off x="0" y="0"/>
          <a:ext cx="0" cy="0"/>
          <a:chOff x="0" y="0"/>
          <a:chExt cx="0" cy="0"/>
        </a:xfrm>
      </p:grpSpPr>
      <p:sp>
        <p:nvSpPr>
          <p:cNvPr id="1048689" name="Title 1"/>
          <p:cNvSpPr>
            <a:spLocks noGrp="1"/>
          </p:cNvSpPr>
          <p:nvPr>
            <p:ph type="title"/>
          </p:nvPr>
        </p:nvSpPr>
        <p:spPr>
          <a:xfrm>
            <a:off x="457200" y="216778"/>
            <a:ext cx="3810000" cy="1162050"/>
          </a:xfrm>
          <a:ln>
            <a:noFill/>
          </a:ln>
        </p:spPr>
        <p:txBody>
          <a:bodyPr anchor="b"/>
          <a:lstStyle>
            <a:lvl1pPr algn="l">
              <a:lnSpc>
                <a:spcPts val="2000"/>
              </a:lnSpc>
              <a:buNone/>
              <a:defRPr baseline="0" b="1" cap="all" sz="2200"/>
            </a:lvl1pPr>
          </a:lstStyle>
          <a:p>
            <a:r>
              <a:rPr kumimoji="0" lang="en-US"/>
              <a:t>Click to edit Master title style</a:t>
            </a:r>
          </a:p>
        </p:txBody>
      </p:sp>
      <p:sp>
        <p:nvSpPr>
          <p:cNvPr id="1048690" name="Text Placeholder 2"/>
          <p:cNvSpPr>
            <a:spLocks noGrp="1"/>
          </p:cNvSpPr>
          <p:nvPr>
            <p:ph type="body" idx="2"/>
          </p:nvPr>
        </p:nvSpPr>
        <p:spPr>
          <a:xfrm>
            <a:off x="457200" y="1406964"/>
            <a:ext cx="3810000" cy="698500"/>
          </a:xfrm>
        </p:spPr>
        <p:txBody>
          <a:bodyPr/>
          <a:lstStyle>
            <a:lvl1pPr indent="0" marL="45720">
              <a:lnSpc>
                <a:spcPct val="100000"/>
              </a:lnSpc>
              <a:spcBef>
                <a:spcPts val="0"/>
              </a:spcBef>
              <a:buNone/>
              <a:defRPr sz="1400"/>
            </a:lvl1pPr>
            <a:lvl2pPr>
              <a:buNone/>
              <a:defRPr sz="1200"/>
            </a:lvl2pPr>
            <a:lvl3pPr>
              <a:buNone/>
              <a:defRPr sz="1000"/>
            </a:lvl3pPr>
            <a:lvl4pPr>
              <a:buNone/>
              <a:defRPr sz="900"/>
            </a:lvl4pPr>
            <a:lvl5pPr>
              <a:buNone/>
              <a:defRPr sz="900"/>
            </a:lvl5pPr>
          </a:lstStyle>
          <a:p>
            <a:pPr eaLnBrk="1" hangingPunct="1" latinLnBrk="0" lvl="0"/>
            <a:r>
              <a:rPr kumimoji="0" lang="en-US"/>
              <a:t>Click to edit Master text styles</a:t>
            </a:r>
          </a:p>
        </p:txBody>
      </p:sp>
      <p:sp>
        <p:nvSpPr>
          <p:cNvPr id="1048691"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lstStyle>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
        <p:nvSpPr>
          <p:cNvPr id="1048692" name="Date Placeholder 4"/>
          <p:cNvSpPr>
            <a:spLocks noGrp="1"/>
          </p:cNvSpPr>
          <p:nvPr>
            <p:ph type="dt" sz="half" idx="10"/>
          </p:nvPr>
        </p:nvSpPr>
        <p:spPr/>
        <p:txBody>
          <a:bodyPr/>
          <a:p>
            <a:fld id="{1D8BD707-D9CF-40AE-B4C6-C98DA3205C09}" type="datetimeFigureOut">
              <a:rPr lang="en-US" smtClean="0"/>
              <a:t>4/13/2026</a:t>
            </a:fld>
            <a:endParaRPr lang="en-US"/>
          </a:p>
        </p:txBody>
      </p:sp>
      <p:sp>
        <p:nvSpPr>
          <p:cNvPr id="1048693" name="Footer Placeholder 5"/>
          <p:cNvSpPr>
            <a:spLocks noGrp="1"/>
          </p:cNvSpPr>
          <p:nvPr>
            <p:ph type="ftr" sz="quarter" idx="11"/>
          </p:nvPr>
        </p:nvSpPr>
        <p:spPr/>
        <p:txBody>
          <a:bodyPr/>
          <a:p>
            <a:endParaRPr lang="en-US"/>
          </a:p>
        </p:txBody>
      </p:sp>
      <p:sp>
        <p:nvSpPr>
          <p:cNvPr id="1048694"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type="picTx">
  <p:cSld name="Picture with Caption">
    <p:spTree>
      <p:nvGrpSpPr>
        <p:cNvPr id="48" name=""/>
        <p:cNvGrpSpPr/>
        <p:nvPr/>
      </p:nvGrpSpPr>
      <p:grpSpPr>
        <a:xfrm>
          <a:off x="0" y="0"/>
          <a:ext cx="0" cy="0"/>
          <a:chOff x="0" y="0"/>
          <a:chExt cx="0" cy="0"/>
        </a:xfrm>
      </p:grpSpPr>
      <p:sp>
        <p:nvSpPr>
          <p:cNvPr id="1048647" name="Title 1"/>
          <p:cNvSpPr>
            <a:spLocks noGrp="1"/>
          </p:cNvSpPr>
          <p:nvPr>
            <p:ph type="title"/>
          </p:nvPr>
        </p:nvSpPr>
        <p:spPr>
          <a:xfrm>
            <a:off x="5886896" y="1066800"/>
            <a:ext cx="2743200" cy="1981200"/>
          </a:xfrm>
        </p:spPr>
        <p:txBody>
          <a:bodyPr anchor="b">
            <a:noAutofit/>
          </a:bodyPr>
          <a:lstStyle>
            <a:lvl1pPr algn="l">
              <a:buNone/>
              <a:defRPr b="1" sz="2100">
                <a:effectLst/>
              </a:defRPr>
            </a:lvl1pPr>
          </a:lstStyle>
          <a:p>
            <a:r>
              <a:rPr kumimoji="0" lang="en-US"/>
              <a:t>Click to edit Master title style</a:t>
            </a:r>
          </a:p>
        </p:txBody>
      </p:sp>
      <p:sp>
        <p:nvSpPr>
          <p:cNvPr id="1048648" name="Date Placeholder 4"/>
          <p:cNvSpPr>
            <a:spLocks noGrp="1"/>
          </p:cNvSpPr>
          <p:nvPr>
            <p:ph type="dt" sz="half" idx="10"/>
          </p:nvPr>
        </p:nvSpPr>
        <p:spPr/>
        <p:txBody>
          <a:bodyPr/>
          <a:p>
            <a:fld id="{1D8BD707-D9CF-40AE-B4C6-C98DA3205C09}" type="datetimeFigureOut">
              <a:rPr lang="en-US" smtClean="0"/>
              <a:t>4/13/2026</a:t>
            </a:fld>
            <a:endParaRPr lang="en-US"/>
          </a:p>
        </p:txBody>
      </p:sp>
      <p:sp>
        <p:nvSpPr>
          <p:cNvPr id="1048649" name="Footer Placeholder 5"/>
          <p:cNvSpPr>
            <a:spLocks noGrp="1"/>
          </p:cNvSpPr>
          <p:nvPr>
            <p:ph type="ftr" sz="quarter" idx="11"/>
          </p:nvPr>
        </p:nvSpPr>
        <p:spPr/>
        <p:txBody>
          <a:bodyPr/>
          <a:p>
            <a:endParaRPr lang="en-US"/>
          </a:p>
        </p:txBody>
      </p:sp>
      <p:sp>
        <p:nvSpPr>
          <p:cNvPr id="1048650" name="Slide Number Placeholder 6"/>
          <p:cNvSpPr>
            <a:spLocks noGrp="1"/>
          </p:cNvSpPr>
          <p:nvPr>
            <p:ph type="sldNum" sz="quarter" idx="12"/>
          </p:nvPr>
        </p:nvSpPr>
        <p:spPr/>
        <p:txBody>
          <a:bodyPr/>
          <a:p>
            <a:fld id="{B6F15528-21DE-4FAA-801E-634DDDAF4B2B}" type="slidenum">
              <a:rPr lang="en-US" smtClean="0"/>
              <a:t>‹#›</a:t>
            </a:fld>
            <a:endParaRPr lang="en-US"/>
          </a:p>
        </p:txBody>
      </p:sp>
      <p:sp>
        <p:nvSpPr>
          <p:cNvPr id="1048651" name="Rectangle 7"/>
          <p:cNvSpPr/>
          <p:nvPr/>
        </p:nvSpPr>
        <p:spPr>
          <a:xfrm>
            <a:off x="762000" y="1066800"/>
            <a:ext cx="4572000" cy="4572000"/>
          </a:xfrm>
          <a:prstGeom prst="rect"/>
          <a:solidFill>
            <a:srgbClr val="FFFFFF"/>
          </a:solidFill>
          <a:ln w="88900" cap="sq">
            <a:solidFill>
              <a:srgbClr val="FFFFFF"/>
            </a:solidFill>
            <a:miter lim="800000"/>
          </a:ln>
          <a:effectLst>
            <a:outerShdw algn="tl" blurRad="55500" dir="5400000" dist="18500" rotWithShape="0">
              <a:srgbClr val="000000">
                <a:alpha val="35000"/>
              </a:srgbClr>
            </a:outerShdw>
          </a:effectLst>
          <a:scene3d>
            <a:camera prst="orthographicFront"/>
            <a:lightRig dir="t" rig="twoPt">
              <a:rot lat="0" lon="0" rev="7200000"/>
            </a:lightRig>
          </a:scene3d>
          <a:sp3d contourW="635">
            <a:bevelT w="25400" h="19050"/>
            <a:contourClr>
              <a:srgbClr val="969696"/>
            </a:contourClr>
          </a:sp3d>
        </p:spPr>
        <p:txBody>
          <a:bodyPr anchor="t" lIns="91440" rtlCol="0" tIns="274320">
            <a:normAutofit/>
          </a:bodyPr>
          <a:p>
            <a:pPr algn="l" eaLnBrk="1" hangingPunct="1" indent="-283464" latinLnBrk="0" marL="0" rtl="0">
              <a:lnSpc>
                <a:spcPts val="3000"/>
              </a:lnSpc>
              <a:spcBef>
                <a:spcPts val="600"/>
              </a:spcBef>
              <a:buClr>
                <a:schemeClr val="accent1"/>
              </a:buClr>
              <a:buSzPct val="80000"/>
              <a:buFont typeface="Wingdings 2"/>
              <a:buNone/>
            </a:pPr>
            <a:endParaRPr sz="3200" kern="1200" kumimoji="0" lang="en-US">
              <a:solidFill>
                <a:schemeClr val="tx1"/>
              </a:solidFill>
              <a:latin typeface="+mn-lt"/>
              <a:ea typeface="+mn-ea"/>
              <a:cs typeface="+mn-cs"/>
            </a:endParaRPr>
          </a:p>
        </p:txBody>
      </p:sp>
      <p:sp>
        <p:nvSpPr>
          <p:cNvPr id="1048652"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anchor="t" lIns="91440" tIns="274320"/>
          <a:lstStyle>
            <a:lvl1pPr indent="0">
              <a:buNone/>
              <a:defRPr sz="3200"/>
            </a:lvl1pPr>
          </a:lstStyle>
          <a:p>
            <a:pPr algn="l" eaLnBrk="1" hangingPunct="1" latinLnBrk="0" marL="0"/>
            <a:r>
              <a:rPr kumimoji="0" lang="en-US"/>
              <a:t>Click icon to add picture</a:t>
            </a:r>
            <a:endParaRPr dirty="0" kumimoji="0" lang="en-US"/>
          </a:p>
        </p:txBody>
      </p:sp>
      <p:sp>
        <p:nvSpPr>
          <p:cNvPr id="1048653" name="Flowchart: Process 8"/>
          <p:cNvSpPr/>
          <p:nvPr/>
        </p:nvSpPr>
        <p:spPr>
          <a:xfrm rot="19468671">
            <a:off x="396725" y="954341"/>
            <a:ext cx="685800" cy="204310"/>
          </a:xfrm>
          <a:prstGeom prst="flowChartProcess"/>
          <a:solidFill>
            <a:srgbClr val="FBFBFB">
              <a:alpha val="45098"/>
            </a:srgbClr>
          </a:solidFill>
          <a:ln w="6350" cap="rnd" cmpd="sng" algn="ctr">
            <a:solidFill>
              <a:srgbClr val="FFFFFF">
                <a:alpha val="100000"/>
              </a:srgbClr>
            </a:solidFill>
            <a:prstDash val="solid"/>
          </a:ln>
          <a:effectLst>
            <a:outerShdw algn="tl" blurRad="25400" dir="3300000" dist="25400" rotWithShape="0" sx="96000" sy="9600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654" name="Flowchart: Process 9"/>
          <p:cNvSpPr/>
          <p:nvPr/>
        </p:nvSpPr>
        <p:spPr>
          <a:xfrm rot="2103354" flipH="1">
            <a:off x="5003667" y="936786"/>
            <a:ext cx="649224" cy="204310"/>
          </a:xfrm>
          <a:prstGeom prst="flowChartProcess"/>
          <a:solidFill>
            <a:srgbClr val="FBFBFB">
              <a:alpha val="45098"/>
            </a:srgbClr>
          </a:solidFill>
          <a:ln w="6350" cap="rnd" cmpd="sng" algn="ctr">
            <a:solidFill>
              <a:srgbClr val="FFFFFF">
                <a:alpha val="100000"/>
              </a:srgbClr>
            </a:solidFill>
            <a:prstDash val="solid"/>
          </a:ln>
          <a:effectLst>
            <a:outerShdw algn="tl" blurRad="25400" dir="3300000" dist="25400" rotWithShape="0" sx="96000" sy="9600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655" name="Text Placeholder 3"/>
          <p:cNvSpPr>
            <a:spLocks noGrp="1"/>
          </p:cNvSpPr>
          <p:nvPr>
            <p:ph type="body" sz="half" idx="2"/>
          </p:nvPr>
        </p:nvSpPr>
        <p:spPr>
          <a:xfrm>
            <a:off x="838200" y="4800600"/>
            <a:ext cx="4419600" cy="762000"/>
          </a:xfrm>
        </p:spPr>
        <p:txBody>
          <a:bodyPr anchor="ctr"/>
          <a:lstStyle>
            <a:lvl1pPr algn="l" indent="0" marL="0">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eaLnBrk="1" hangingPunct="1" latinLnBrk="0" lvl="0"/>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49" name=""/>
        <p:cNvGrpSpPr/>
        <p:nvPr/>
      </p:nvGrpSpPr>
      <p:grpSpPr>
        <a:xfrm>
          <a:off x="0" y="0"/>
          <a:ext cx="0" cy="0"/>
          <a:chOff x="0" y="0"/>
          <a:chExt cx="0" cy="0"/>
        </a:xfrm>
      </p:grpSpPr>
      <p:sp>
        <p:nvSpPr>
          <p:cNvPr id="1048656" name="Title 1"/>
          <p:cNvSpPr>
            <a:spLocks noGrp="1"/>
          </p:cNvSpPr>
          <p:nvPr>
            <p:ph type="title"/>
          </p:nvPr>
        </p:nvSpPr>
        <p:spPr/>
        <p:txBody>
          <a:bodyPr/>
          <a:p>
            <a:r>
              <a:rPr kumimoji="0" lang="en-US"/>
              <a:t>Click to edit Master title style</a:t>
            </a:r>
          </a:p>
        </p:txBody>
      </p:sp>
      <p:sp>
        <p:nvSpPr>
          <p:cNvPr id="1048657" name="Vertical Text Placeholder 2"/>
          <p:cNvSpPr>
            <a:spLocks noGrp="1"/>
          </p:cNvSpPr>
          <p:nvPr>
            <p:ph type="body" orient="vert" idx="1"/>
          </p:nvPr>
        </p:nvSpPr>
        <p:spPr/>
        <p:txBody>
          <a:bodyPr vert="eaVert"/>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
        <p:nvSpPr>
          <p:cNvPr id="1048658" name="Date Placeholder 3"/>
          <p:cNvSpPr>
            <a:spLocks noGrp="1"/>
          </p:cNvSpPr>
          <p:nvPr>
            <p:ph type="dt" sz="half" idx="10"/>
          </p:nvPr>
        </p:nvSpPr>
        <p:spPr/>
        <p:txBody>
          <a:bodyPr/>
          <a:p>
            <a:fld id="{1D8BD707-D9CF-40AE-B4C6-C98DA3205C09}" type="datetimeFigureOut">
              <a:rPr lang="en-US" smtClean="0"/>
              <a:t>4/13/2026</a:t>
            </a:fld>
            <a:endParaRPr lang="en-US"/>
          </a:p>
        </p:txBody>
      </p:sp>
      <p:sp>
        <p:nvSpPr>
          <p:cNvPr id="1048659" name="Footer Placeholder 4"/>
          <p:cNvSpPr>
            <a:spLocks noGrp="1"/>
          </p:cNvSpPr>
          <p:nvPr>
            <p:ph type="ftr" sz="quarter" idx="11"/>
          </p:nvPr>
        </p:nvSpPr>
        <p:spPr/>
        <p:txBody>
          <a:bodyPr/>
          <a:p>
            <a:endParaRPr lang="en-US"/>
          </a:p>
        </p:txBody>
      </p:sp>
      <p:sp>
        <p:nvSpPr>
          <p:cNvPr id="1048660"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47" name=""/>
        <p:cNvGrpSpPr/>
        <p:nvPr/>
      </p:nvGrpSpPr>
      <p:grpSpPr>
        <a:xfrm>
          <a:off x="0" y="0"/>
          <a:ext cx="0" cy="0"/>
          <a:chOff x="0" y="0"/>
          <a:chExt cx="0" cy="0"/>
        </a:xfrm>
      </p:grpSpPr>
      <p:sp>
        <p:nvSpPr>
          <p:cNvPr id="1048642" name="Vertical Title 1"/>
          <p:cNvSpPr>
            <a:spLocks noGrp="1"/>
          </p:cNvSpPr>
          <p:nvPr>
            <p:ph type="title" orient="vert"/>
          </p:nvPr>
        </p:nvSpPr>
        <p:spPr>
          <a:xfrm>
            <a:off x="6858000" y="274639"/>
            <a:ext cx="1828800" cy="5851525"/>
          </a:xfrm>
        </p:spPr>
        <p:txBody>
          <a:bodyPr vert="eaVert"/>
          <a:p>
            <a:r>
              <a:rPr kumimoji="0" lang="en-US"/>
              <a:t>Click to edit Master title style</a:t>
            </a:r>
          </a:p>
        </p:txBody>
      </p:sp>
      <p:sp>
        <p:nvSpPr>
          <p:cNvPr id="1048643" name="Vertical Text Placeholder 2"/>
          <p:cNvSpPr>
            <a:spLocks noGrp="1"/>
          </p:cNvSpPr>
          <p:nvPr>
            <p:ph type="body" orient="vert" idx="1"/>
          </p:nvPr>
        </p:nvSpPr>
        <p:spPr>
          <a:xfrm>
            <a:off x="1143000" y="274640"/>
            <a:ext cx="5562600" cy="5851525"/>
          </a:xfrm>
        </p:spPr>
        <p:txBody>
          <a:bodyPr vert="eaVert"/>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
        <p:nvSpPr>
          <p:cNvPr id="1048644" name="Date Placeholder 3"/>
          <p:cNvSpPr>
            <a:spLocks noGrp="1"/>
          </p:cNvSpPr>
          <p:nvPr>
            <p:ph type="dt" sz="half" idx="10"/>
          </p:nvPr>
        </p:nvSpPr>
        <p:spPr/>
        <p:txBody>
          <a:bodyPr/>
          <a:p>
            <a:fld id="{1D8BD707-D9CF-40AE-B4C6-C98DA3205C09}" type="datetimeFigureOut">
              <a:rPr lang="en-US" smtClean="0"/>
              <a:t>4/13/2026</a:t>
            </a:fld>
            <a:endParaRPr lang="en-US"/>
          </a:p>
        </p:txBody>
      </p:sp>
      <p:sp>
        <p:nvSpPr>
          <p:cNvPr id="1048645" name="Footer Placeholder 4"/>
          <p:cNvSpPr>
            <a:spLocks noGrp="1"/>
          </p:cNvSpPr>
          <p:nvPr>
            <p:ph type="ftr" sz="quarter" idx="11"/>
          </p:nvPr>
        </p:nvSpPr>
        <p:spPr/>
        <p:txBody>
          <a:bodyPr/>
          <a:p>
            <a:endParaRPr lang="en-US"/>
          </a:p>
        </p:txBody>
      </p:sp>
      <p:sp>
        <p:nvSpPr>
          <p:cNvPr id="1048646"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2" name=""/>
        <p:cNvGrpSpPr/>
        <p:nvPr/>
      </p:nvGrpSpPr>
      <p:grpSpPr>
        <a:xfrm>
          <a:off x="0" y="0"/>
          <a:ext cx="0" cy="0"/>
          <a:chOff x="0" y="0"/>
          <a:chExt cx="0" cy="0"/>
        </a:xfrm>
      </p:grpSpPr>
      <p:sp>
        <p:nvSpPr>
          <p:cNvPr id="1048576"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577" name="Oval 7"/>
          <p:cNvSpPr/>
          <p:nvPr/>
        </p:nvSpPr>
        <p:spPr>
          <a:xfrm>
            <a:off x="168816" y="21102"/>
            <a:ext cx="1702191" cy="1702191"/>
          </a:xfrm>
          <a:prstGeom prst="ellipse"/>
          <a:noFill/>
          <a:ln w="27305" cap="rnd" cmpd="sng" algn="ctr">
            <a:solidFill>
              <a:schemeClr val="bg2">
                <a:tint val="45000"/>
                <a:satMod val="325000"/>
                <a:alpha val="100000"/>
              </a:schemeClr>
            </a:solidFill>
            <a:prstDash val="solid"/>
          </a:ln>
          <a:effectLst>
            <a:outerShdw algn="tl" blurRad="25400" dir="5400000" dist="25400"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578"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algn="tl" blurRad="12700" dir="4500000" dist="15000"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579" name="Rectangle 11"/>
          <p:cNvSpPr/>
          <p:nvPr/>
        </p:nvSpPr>
        <p:spPr>
          <a:xfrm>
            <a:off x="1012873" y="-54"/>
            <a:ext cx="8131127" cy="6858054"/>
          </a:xfrm>
          <a:prstGeom prst="rect"/>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580" name="Title Placeholder 4"/>
          <p:cNvSpPr>
            <a:spLocks noGrp="1"/>
          </p:cNvSpPr>
          <p:nvPr>
            <p:ph type="title"/>
          </p:nvPr>
        </p:nvSpPr>
        <p:spPr>
          <a:xfrm>
            <a:off x="1435608" y="274638"/>
            <a:ext cx="7498080" cy="1143000"/>
          </a:xfrm>
          <a:prstGeom prst="rect"/>
        </p:spPr>
        <p:txBody>
          <a:bodyPr anchor="ctr">
            <a:normAutofit/>
          </a:bodyPr>
          <a:p>
            <a:r>
              <a:rPr kumimoji="0" lang="en-US"/>
              <a:t>Click to edit Master title style</a:t>
            </a:r>
          </a:p>
        </p:txBody>
      </p:sp>
      <p:sp>
        <p:nvSpPr>
          <p:cNvPr id="1048581" name="Text Placeholder 8"/>
          <p:cNvSpPr>
            <a:spLocks noGrp="1"/>
          </p:cNvSpPr>
          <p:nvPr>
            <p:ph type="body" idx="1"/>
          </p:nvPr>
        </p:nvSpPr>
        <p:spPr>
          <a:xfrm>
            <a:off x="1435608" y="1447800"/>
            <a:ext cx="7498080" cy="4800600"/>
          </a:xfrm>
          <a:prstGeom prst="rect"/>
        </p:spPr>
        <p:txBody>
          <a:bodyPr>
            <a:normAutofit/>
          </a:bodyPr>
          <a:p>
            <a:pPr eaLnBrk="1" hangingPunct="1" latinLnBrk="0" lvl="0"/>
            <a:r>
              <a:rPr kumimoji="0" lang="en-US"/>
              <a:t>Click to edit Master text styles</a:t>
            </a:r>
          </a:p>
          <a:p>
            <a:pPr eaLnBrk="1" hangingPunct="1" latinLnBrk="0" lvl="1"/>
            <a:r>
              <a:rPr kumimoji="0" lang="en-US"/>
              <a:t>Second level</a:t>
            </a:r>
          </a:p>
          <a:p>
            <a:pPr eaLnBrk="1" hangingPunct="1" latinLnBrk="0" lvl="2"/>
            <a:r>
              <a:rPr kumimoji="0" lang="en-US"/>
              <a:t>Third level</a:t>
            </a:r>
          </a:p>
          <a:p>
            <a:pPr eaLnBrk="1" hangingPunct="1" latinLnBrk="0" lvl="3"/>
            <a:r>
              <a:rPr kumimoji="0" lang="en-US"/>
              <a:t>Fourth level</a:t>
            </a:r>
          </a:p>
          <a:p>
            <a:pPr eaLnBrk="1" hangingPunct="1" latinLnBrk="0" lvl="4"/>
            <a:r>
              <a:rPr kumimoji="0" lang="en-US"/>
              <a:t>Fifth level</a:t>
            </a:r>
          </a:p>
        </p:txBody>
      </p:sp>
      <p:sp>
        <p:nvSpPr>
          <p:cNvPr id="1048582" name="Date Placeholder 23"/>
          <p:cNvSpPr>
            <a:spLocks noGrp="1"/>
          </p:cNvSpPr>
          <p:nvPr>
            <p:ph type="dt" sz="half" idx="2"/>
          </p:nvPr>
        </p:nvSpPr>
        <p:spPr>
          <a:xfrm>
            <a:off x="3581400" y="6305550"/>
            <a:ext cx="2133600" cy="476250"/>
          </a:xfrm>
          <a:prstGeom prst="rect"/>
        </p:spPr>
        <p:txBody>
          <a:bodyPr anchor="b"/>
          <a:lstStyle>
            <a:lvl1pPr algn="r" eaLnBrk="1" hangingPunct="1" latinLnBrk="0">
              <a:defRPr sz="1200" kumimoji="0">
                <a:solidFill>
                  <a:schemeClr val="bg2">
                    <a:shade val="50000"/>
                    <a:satMod val="200000"/>
                  </a:schemeClr>
                </a:solidFill>
              </a:defRPr>
            </a:lvl1pPr>
          </a:lstStyle>
          <a:p>
            <a:fld id="{1D8BD707-D9CF-40AE-B4C6-C98DA3205C09}" type="datetimeFigureOut">
              <a:rPr lang="en-US" smtClean="0"/>
              <a:t>4/13/2026</a:t>
            </a:fld>
            <a:endParaRPr lang="en-US"/>
          </a:p>
        </p:txBody>
      </p:sp>
      <p:sp>
        <p:nvSpPr>
          <p:cNvPr id="1048583" name="Footer Placeholder 9"/>
          <p:cNvSpPr>
            <a:spLocks noGrp="1"/>
          </p:cNvSpPr>
          <p:nvPr>
            <p:ph type="ftr" sz="quarter" idx="3"/>
          </p:nvPr>
        </p:nvSpPr>
        <p:spPr>
          <a:xfrm>
            <a:off x="5715000" y="6305550"/>
            <a:ext cx="2895600" cy="476250"/>
          </a:xfrm>
          <a:prstGeom prst="rect"/>
        </p:spPr>
        <p:txBody>
          <a:bodyPr anchor="b"/>
          <a:lstStyle>
            <a:lvl1pPr eaLnBrk="1" hangingPunct="1" latinLnBrk="0">
              <a:defRPr sz="1200" kumimoji="0">
                <a:solidFill>
                  <a:schemeClr val="bg2">
                    <a:shade val="50000"/>
                    <a:satMod val="200000"/>
                  </a:schemeClr>
                </a:solidFill>
                <a:effectLst/>
              </a:defRPr>
            </a:lvl1pPr>
          </a:lstStyle>
          <a:p>
            <a:endParaRPr lang="en-US"/>
          </a:p>
        </p:txBody>
      </p:sp>
      <p:sp>
        <p:nvSpPr>
          <p:cNvPr id="1048584" name="Slide Number Placeholder 21"/>
          <p:cNvSpPr>
            <a:spLocks noGrp="1"/>
          </p:cNvSpPr>
          <p:nvPr>
            <p:ph type="sldNum" sz="quarter" idx="4"/>
          </p:nvPr>
        </p:nvSpPr>
        <p:spPr>
          <a:xfrm>
            <a:off x="8613648" y="6305550"/>
            <a:ext cx="457200" cy="476250"/>
          </a:xfrm>
          <a:prstGeom prst="rect"/>
        </p:spPr>
        <p:txBody>
          <a:bodyPr anchor="b"/>
          <a:lstStyle>
            <a:lvl1pPr algn="ctr" eaLnBrk="1" hangingPunct="1" latinLnBrk="0">
              <a:defRPr sz="1200" kumimoji="0">
                <a:solidFill>
                  <a:schemeClr val="bg2">
                    <a:shade val="50000"/>
                    <a:satMod val="200000"/>
                  </a:schemeClr>
                </a:solidFill>
                <a:effectLst/>
              </a:defRPr>
            </a:lvl1pPr>
          </a:lstStyle>
          <a:p>
            <a:fld id="{B6F15528-21DE-4FAA-801E-634DDDAF4B2B}" type="slidenum">
              <a:rPr lang="en-US" smtClean="0"/>
              <a:t>‹#›</a:t>
            </a:fld>
            <a:endParaRPr lang="en-US"/>
          </a:p>
        </p:txBody>
      </p:sp>
      <p:sp>
        <p:nvSpPr>
          <p:cNvPr id="1048585" name="Rectangle 14"/>
          <p:cNvSpPr/>
          <p:nvPr/>
        </p:nvSpPr>
        <p:spPr bwMode="invGray">
          <a:xfrm>
            <a:off x="1014984" y="-54"/>
            <a:ext cx="73152" cy="6858054"/>
          </a:xfrm>
          <a:prstGeom prst="rect"/>
          <a:solidFill>
            <a:schemeClr val="bg1"/>
          </a:solidFill>
          <a:ln w="25400" cap="rnd" cmpd="sng" algn="ctr">
            <a:noFill/>
            <a:prstDash val="solid"/>
          </a:ln>
          <a:effectLst>
            <a:outerShdw algn="tl" blurRad="38550" dir="10800000" dist="38000"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eaLnBrk="1" hangingPunct="1" latinLnBrk="0" rtl="0">
        <a:spcBef>
          <a:spcPct val="0"/>
        </a:spcBef>
        <a:buNone/>
        <a:defRPr sz="4300" kern="1200" kumimoji="0">
          <a:solidFill>
            <a:schemeClr val="tx2">
              <a:satMod val="130000"/>
            </a:schemeClr>
          </a:solidFill>
          <a:effectLst>
            <a:outerShdw algn="tl" blurRad="50000" dir="5400000" dist="30000" rotWithShape="0">
              <a:srgbClr val="000000">
                <a:alpha val="30000"/>
              </a:srgbClr>
            </a:outerShdw>
          </a:effectLst>
          <a:latin typeface="+mj-lt"/>
          <a:ea typeface="+mj-ea"/>
          <a:cs typeface="+mj-cs"/>
        </a:defRPr>
      </a:lvl1pPr>
    </p:titleStyle>
    <p:bodyStyle>
      <a:lvl1pPr algn="l" eaLnBrk="1" hangingPunct="1" indent="-283464" latinLnBrk="0" marL="365760" rtl="0">
        <a:lnSpc>
          <a:spcPct val="100000"/>
        </a:lnSpc>
        <a:spcBef>
          <a:spcPts val="600"/>
        </a:spcBef>
        <a:buClr>
          <a:schemeClr val="accent1"/>
        </a:buClr>
        <a:buSzPct val="80000"/>
        <a:buFont typeface="Wingdings 2"/>
        <a:buChar char=""/>
        <a:defRPr sz="3200" kern="1200" kumimoji="0">
          <a:solidFill>
            <a:schemeClr val="tx1"/>
          </a:solidFill>
          <a:latin typeface="+mn-lt"/>
          <a:ea typeface="+mn-ea"/>
          <a:cs typeface="+mn-cs"/>
        </a:defRPr>
      </a:lvl1pPr>
      <a:lvl2pPr algn="l" eaLnBrk="1" hangingPunct="1" indent="-237744" latinLnBrk="0" marL="640080" rtl="0">
        <a:lnSpc>
          <a:spcPct val="100000"/>
        </a:lnSpc>
        <a:spcBef>
          <a:spcPts val="550"/>
        </a:spcBef>
        <a:buClr>
          <a:schemeClr val="accent1"/>
        </a:buClr>
        <a:buFont typeface="Verdana"/>
        <a:buChar char="◦"/>
        <a:defRPr sz="2800" kern="1200" kumimoji="0">
          <a:solidFill>
            <a:schemeClr val="tx1"/>
          </a:solidFill>
          <a:latin typeface="+mn-lt"/>
          <a:ea typeface="+mn-ea"/>
          <a:cs typeface="+mn-cs"/>
        </a:defRPr>
      </a:lvl2pPr>
      <a:lvl3pPr algn="l" eaLnBrk="1" hangingPunct="1" indent="-228600" latinLnBrk="0" marL="886968" rtl="0">
        <a:lnSpc>
          <a:spcPct val="100000"/>
        </a:lnSpc>
        <a:spcBef>
          <a:spcPct val="20000"/>
        </a:spcBef>
        <a:buClr>
          <a:schemeClr val="accent2"/>
        </a:buClr>
        <a:buFont typeface="Wingdings 2"/>
        <a:buChar char=""/>
        <a:defRPr sz="2400" kern="1200" kumimoji="0">
          <a:solidFill>
            <a:schemeClr val="tx1"/>
          </a:solidFill>
          <a:latin typeface="+mn-lt"/>
          <a:ea typeface="+mn-ea"/>
          <a:cs typeface="+mn-cs"/>
        </a:defRPr>
      </a:lvl3pPr>
      <a:lvl4pPr algn="l" eaLnBrk="1" hangingPunct="1" indent="-173736" latinLnBrk="0" marL="1097280" rtl="0">
        <a:lnSpc>
          <a:spcPct val="100000"/>
        </a:lnSpc>
        <a:spcBef>
          <a:spcPct val="20000"/>
        </a:spcBef>
        <a:buClr>
          <a:schemeClr val="accent3"/>
        </a:buClr>
        <a:buFont typeface="Wingdings 2"/>
        <a:buChar char=""/>
        <a:defRPr sz="2000" kern="1200" kumimoji="0">
          <a:solidFill>
            <a:schemeClr val="tx1"/>
          </a:solidFill>
          <a:latin typeface="+mn-lt"/>
          <a:ea typeface="+mn-ea"/>
          <a:cs typeface="+mn-cs"/>
        </a:defRPr>
      </a:lvl4pPr>
      <a:lvl5pPr algn="l" eaLnBrk="1" hangingPunct="1" indent="-182880" latinLnBrk="0" marL="1298448" rtl="0">
        <a:lnSpc>
          <a:spcPct val="100000"/>
        </a:lnSpc>
        <a:spcBef>
          <a:spcPct val="20000"/>
        </a:spcBef>
        <a:buClr>
          <a:schemeClr val="accent4"/>
        </a:buClr>
        <a:buFont typeface="Wingdings 2"/>
        <a:buChar char=""/>
        <a:defRPr sz="2000" kern="1200" kumimoji="0">
          <a:solidFill>
            <a:schemeClr val="tx1"/>
          </a:solidFill>
          <a:latin typeface="+mn-lt"/>
          <a:ea typeface="+mn-ea"/>
          <a:cs typeface="+mn-cs"/>
        </a:defRPr>
      </a:lvl5pPr>
      <a:lvl6pPr algn="l" eaLnBrk="1" hangingPunct="1" indent="-182880" latinLnBrk="0" marL="1508760" rtl="0">
        <a:lnSpc>
          <a:spcPct val="100000"/>
        </a:lnSpc>
        <a:spcBef>
          <a:spcPct val="20000"/>
        </a:spcBef>
        <a:buClr>
          <a:schemeClr val="accent5"/>
        </a:buClr>
        <a:buFont typeface="Wingdings 2"/>
        <a:buChar char=""/>
        <a:defRPr sz="2000" kern="1200" kumimoji="0">
          <a:solidFill>
            <a:schemeClr val="tx1"/>
          </a:solidFill>
          <a:latin typeface="+mn-lt"/>
          <a:ea typeface="+mn-ea"/>
          <a:cs typeface="+mn-cs"/>
        </a:defRPr>
      </a:lvl6pPr>
      <a:lvl7pPr algn="l" eaLnBrk="1" hangingPunct="1" indent="-182880" latinLnBrk="0" marL="1719072" rtl="0">
        <a:lnSpc>
          <a:spcPct val="100000"/>
        </a:lnSpc>
        <a:spcBef>
          <a:spcPct val="20000"/>
        </a:spcBef>
        <a:buClr>
          <a:schemeClr val="accent6"/>
        </a:buClr>
        <a:buFont typeface="Wingdings 2"/>
        <a:buChar char=""/>
        <a:defRPr sz="2000" kern="1200" kumimoji="0">
          <a:solidFill>
            <a:schemeClr val="tx1"/>
          </a:solidFill>
          <a:latin typeface="+mn-lt"/>
          <a:ea typeface="+mn-ea"/>
          <a:cs typeface="+mn-cs"/>
        </a:defRPr>
      </a:lvl7pPr>
      <a:lvl8pPr algn="l" eaLnBrk="1" hangingPunct="1" indent="-182880" latinLnBrk="0" marL="1920240" rtl="0">
        <a:lnSpc>
          <a:spcPct val="100000"/>
        </a:lnSpc>
        <a:spcBef>
          <a:spcPct val="20000"/>
        </a:spcBef>
        <a:buClr>
          <a:schemeClr val="accent6"/>
        </a:buClr>
        <a:buFont typeface="Wingdings 2"/>
        <a:buChar char=""/>
        <a:defRPr sz="2000" kern="1200" kumimoji="0">
          <a:solidFill>
            <a:schemeClr val="tx1"/>
          </a:solidFill>
          <a:latin typeface="+mn-lt"/>
          <a:ea typeface="+mn-ea"/>
          <a:cs typeface="+mn-cs"/>
        </a:defRPr>
      </a:lvl8pPr>
      <a:lvl9pPr algn="l" eaLnBrk="1" hangingPunct="1" indent="-182880" latinLnBrk="0" marL="2130552" rtl="0">
        <a:lnSpc>
          <a:spcPct val="100000"/>
        </a:lnSpc>
        <a:spcBef>
          <a:spcPct val="20000"/>
        </a:spcBef>
        <a:buClr>
          <a:schemeClr val="accent6"/>
        </a:buClr>
        <a:buFont typeface="Wingdings 2"/>
        <a:buChar char=""/>
        <a:defRPr sz="2000" kern="1200" kumimoji="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2.png"/><Relationship Id="rId3"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hyperlink" Target="https://doi.org/10.1061/(ASCE)0733-9429(1997)123:2(125)" TargetMode="External"/><Relationship Id="rId2" Type="http://schemas.openxmlformats.org/officeDocument/2006/relationships/hyperlink" Target="https://doi.org/10.1080/00221688609499317" TargetMode="External"/><Relationship Id="rId3" Type="http://schemas.openxmlformats.org/officeDocument/2006/relationships/hyperlink" Target="https://doi.org/10.1061/(ASCE)0733-9429(1992)118:9(1260)" TargetMode="External"/><Relationship Id="rId4" Type="http://schemas.openxmlformats.org/officeDocument/2006/relationships/image" Target="../media/image2.png"/><Relationship Id="rId5"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93" name="Title 1"/>
          <p:cNvSpPr>
            <a:spLocks noGrp="1"/>
          </p:cNvSpPr>
          <p:nvPr>
            <p:ph type="ctrTitle"/>
          </p:nvPr>
        </p:nvSpPr>
        <p:spPr>
          <a:xfrm>
            <a:off x="1600200" y="415457"/>
            <a:ext cx="7086600" cy="3262901"/>
          </a:xfrm>
        </p:spPr>
        <p:txBody>
          <a:bodyPr>
            <a:normAutofit fontScale="91667"/>
          </a:bodyPr>
          <a:p>
            <a:pPr algn="ctr"/>
            <a:r>
              <a:rPr b="1" dirty="0" sz="2400" lang="en-US">
                <a:latin typeface="Times New Roman" pitchFamily="18" charset="0"/>
                <a:cs typeface="Times New Roman" pitchFamily="18" charset="0"/>
              </a:rPr>
              <a:t>1</a:t>
            </a:r>
            <a:r>
              <a:rPr baseline="30000" b="1" dirty="0" sz="2400" lang="en-US">
                <a:latin typeface="Times New Roman" pitchFamily="18" charset="0"/>
                <a:cs typeface="Times New Roman" pitchFamily="18" charset="0"/>
              </a:rPr>
              <a:t>st</a:t>
            </a:r>
            <a:r>
              <a:rPr b="1" dirty="0" sz="2400" lang="en-US">
                <a:latin typeface="Times New Roman" pitchFamily="18" charset="0"/>
                <a:cs typeface="Times New Roman" pitchFamily="18" charset="0"/>
              </a:rPr>
              <a:t> National Conference on Sustainable Civil Engineering &amp; Geospatial Technologies: Materials &amp; Innovations for Climate Resilience</a:t>
            </a:r>
            <a:br>
              <a:rPr b="1" dirty="0" sz="2400" lang="en-US">
                <a:latin typeface="Times New Roman" pitchFamily="18" charset="0"/>
                <a:cs typeface="Times New Roman" pitchFamily="18" charset="0"/>
              </a:rPr>
            </a:br>
            <a:r>
              <a:rPr b="1" dirty="0" sz="2400" lang="en-US">
                <a:latin typeface="Times New Roman" pitchFamily="18" charset="0"/>
                <a:cs typeface="Times New Roman" pitchFamily="18" charset="0"/>
              </a:rPr>
              <a:t>(NCRT-SCE 2026)</a:t>
            </a:r>
            <a:br>
              <a:rPr b="1" dirty="0" sz="2800" lang="en-US">
                <a:latin typeface="Times New Roman" pitchFamily="18" charset="0"/>
                <a:cs typeface="Times New Roman" pitchFamily="18" charset="0"/>
              </a:rPr>
            </a:br>
            <a:br>
              <a:rPr b="1" dirty="0" sz="2800" lang="en-US">
                <a:latin typeface="Times New Roman" pitchFamily="18" charset="0"/>
                <a:cs typeface="Times New Roman" pitchFamily="18" charset="0"/>
              </a:rPr>
            </a:br>
            <a:r>
              <a:rPr b="1" dirty="0" sz="2400" lang="en-US">
                <a:latin typeface="Times New Roman" pitchFamily="18" charset="0"/>
                <a:cs typeface="Times New Roman" pitchFamily="18" charset="0"/>
              </a:rPr>
              <a:t> </a:t>
            </a:r>
            <a:r>
              <a:rPr b="1" dirty="0" sz="2400" lang="en-US">
                <a:solidFill>
                  <a:srgbClr val="0070C0"/>
                </a:solidFill>
                <a:latin typeface="Times New Roman" pitchFamily="18" charset="0"/>
                <a:cs typeface="Times New Roman" pitchFamily="18" charset="0"/>
              </a:rPr>
              <a:t>Buddha Institute of  Technology </a:t>
            </a:r>
            <a:br>
              <a:rPr b="1" dirty="0" sz="2400" lang="en-US">
                <a:solidFill>
                  <a:srgbClr val="0070C0"/>
                </a:solidFill>
                <a:latin typeface="Times New Roman" pitchFamily="18" charset="0"/>
                <a:cs typeface="Times New Roman" pitchFamily="18" charset="0"/>
              </a:rPr>
            </a:br>
            <a:r>
              <a:rPr b="1" dirty="0" sz="2400" lang="en-US">
                <a:solidFill>
                  <a:srgbClr val="0070C0"/>
                </a:solidFill>
                <a:latin typeface="Times New Roman" pitchFamily="18" charset="0"/>
                <a:cs typeface="Times New Roman" pitchFamily="18" charset="0"/>
              </a:rPr>
              <a:t>GIDA, Gorakhpur </a:t>
            </a:r>
            <a:br>
              <a:rPr b="1" dirty="0" sz="2400" lang="en-US">
                <a:solidFill>
                  <a:srgbClr val="0070C0"/>
                </a:solidFill>
                <a:latin typeface="Times New Roman" pitchFamily="18" charset="0"/>
                <a:cs typeface="Times New Roman" pitchFamily="18" charset="0"/>
              </a:rPr>
            </a:br>
            <a:br>
              <a:rPr dirty="0" sz="2400" lang="en-US">
                <a:latin typeface="Times New Roman" pitchFamily="18" charset="0"/>
                <a:cs typeface="Times New Roman" pitchFamily="18" charset="0"/>
              </a:rPr>
            </a:br>
            <a:r>
              <a:rPr dirty="0" sz="2400" lang="en-US">
                <a:latin typeface="Times New Roman" pitchFamily="18" charset="0"/>
                <a:cs typeface="Times New Roman" pitchFamily="18" charset="0"/>
              </a:rPr>
              <a:t> </a:t>
            </a:r>
            <a:r>
              <a:rPr b="1" dirty="0" sz="2400" lang="en-IN">
                <a:latin typeface="Times New Roman" pitchFamily="18" charset="0"/>
                <a:cs typeface="Times New Roman" pitchFamily="18" charset="0"/>
              </a:rPr>
              <a:t>Date of Conference: 15</a:t>
            </a:r>
            <a:r>
              <a:rPr baseline="30000" b="1" dirty="0" sz="2400" lang="en-IN">
                <a:latin typeface="Times New Roman" pitchFamily="18" charset="0"/>
                <a:cs typeface="Times New Roman" pitchFamily="18" charset="0"/>
              </a:rPr>
              <a:t>th</a:t>
            </a:r>
            <a:r>
              <a:rPr b="1" dirty="0" sz="2400" lang="en-IN">
                <a:latin typeface="Times New Roman" pitchFamily="18" charset="0"/>
                <a:cs typeface="Times New Roman" pitchFamily="18" charset="0"/>
              </a:rPr>
              <a:t> – 16</a:t>
            </a:r>
            <a:r>
              <a:rPr baseline="30000" b="1" dirty="0" sz="2400" lang="en-IN">
                <a:latin typeface="Times New Roman" pitchFamily="18" charset="0"/>
                <a:cs typeface="Times New Roman" pitchFamily="18" charset="0"/>
              </a:rPr>
              <a:t>th</a:t>
            </a:r>
            <a:r>
              <a:rPr b="1" dirty="0" sz="2400" lang="en-IN">
                <a:latin typeface="Times New Roman" pitchFamily="18" charset="0"/>
                <a:cs typeface="Times New Roman" pitchFamily="18" charset="0"/>
              </a:rPr>
              <a:t> April 2026</a:t>
            </a:r>
            <a:endParaRPr dirty="0" sz="3600" lang="en-US">
              <a:latin typeface="Times New Roman" pitchFamily="18" charset="0"/>
              <a:cs typeface="Times New Roman" pitchFamily="18" charset="0"/>
            </a:endParaRPr>
          </a:p>
        </p:txBody>
      </p:sp>
      <p:sp>
        <p:nvSpPr>
          <p:cNvPr id="1048594" name="Subtitle 2"/>
          <p:cNvSpPr>
            <a:spLocks noGrp="1"/>
          </p:cNvSpPr>
          <p:nvPr>
            <p:ph type="subTitle" idx="1"/>
          </p:nvPr>
        </p:nvSpPr>
        <p:spPr>
          <a:xfrm>
            <a:off x="914400" y="3962400"/>
            <a:ext cx="8077200" cy="1115010"/>
          </a:xfrm>
        </p:spPr>
        <p:txBody>
          <a:bodyPr>
            <a:normAutofit fontScale="100000" lnSpcReduction="10000"/>
          </a:bodyPr>
          <a:p>
            <a:pPr algn="ctr"/>
            <a:r>
              <a:rPr altLang="en-US" b="1" dirty="0" lang="en-US">
                <a:solidFill>
                  <a:schemeClr val="tx1"/>
                </a:solidFill>
                <a:latin typeface="Times New Roman" pitchFamily="18" charset="0"/>
                <a:cs typeface="Times New Roman" pitchFamily="18" charset="0"/>
              </a:rPr>
              <a:t> “</a:t>
            </a:r>
            <a:r>
              <a:rPr b="1" dirty="0" lang="en-IN"/>
              <a:t>Scour depth and local velocity fields impact the performance of bridge piers : Relevant for offshore or large bridges”</a:t>
            </a:r>
            <a:r>
              <a:rPr altLang="en-US" b="1" dirty="0" lang="en-US">
                <a:solidFill>
                  <a:schemeClr val="tx1"/>
                </a:solidFill>
                <a:latin typeface="Times New Roman" pitchFamily="18" charset="0"/>
                <a:cs typeface="Times New Roman" pitchFamily="18" charset="0"/>
              </a:rPr>
              <a:t> </a:t>
            </a:r>
            <a:endParaRPr dirty="0" lang="en-US">
              <a:latin typeface="Times New Roman" pitchFamily="18" charset="0"/>
              <a:cs typeface="Times New Roman" pitchFamily="18" charset="0"/>
            </a:endParaRPr>
          </a:p>
        </p:txBody>
      </p:sp>
      <p:pic>
        <p:nvPicPr>
          <p:cNvPr id="2097152" name="Picture 4"/>
          <p:cNvPicPr>
            <a:picLocks noChangeAspect="1"/>
          </p:cNvPicPr>
          <p:nvPr/>
        </p:nvPicPr>
        <p:blipFill>
          <a:blip xmlns:r="http://schemas.openxmlformats.org/officeDocument/2006/relationships" r:embed="rId1"/>
          <a:stretch>
            <a:fillRect/>
          </a:stretch>
        </p:blipFill>
        <p:spPr>
          <a:xfrm>
            <a:off x="228600" y="304800"/>
            <a:ext cx="1610544" cy="1451759"/>
          </a:xfrm>
          <a:prstGeom prst="rect"/>
        </p:spPr>
      </p:pic>
      <p:sp>
        <p:nvSpPr>
          <p:cNvPr id="1048595" name="Text Placeholder 3"/>
          <p:cNvSpPr txBox="1"/>
          <p:nvPr/>
        </p:nvSpPr>
        <p:spPr>
          <a:xfrm>
            <a:off x="6096000" y="5105399"/>
            <a:ext cx="3159303" cy="1482075"/>
          </a:xfrm>
          <a:prstGeom prst="rect"/>
        </p:spPr>
        <p:txBody>
          <a:bodyPr>
            <a:noAutofit/>
          </a:bodyPr>
          <a:lstStyle>
            <a:lvl1pPr algn="l" eaLnBrk="1" hangingPunct="1" indent="-283464" latinLnBrk="0" marL="365760" rtl="0">
              <a:lnSpc>
                <a:spcPct val="100000"/>
              </a:lnSpc>
              <a:spcBef>
                <a:spcPts val="600"/>
              </a:spcBef>
              <a:buClr>
                <a:schemeClr val="accent1"/>
              </a:buClr>
              <a:buSzPct val="80000"/>
              <a:buFont typeface="Wingdings 2"/>
              <a:buChar char=""/>
              <a:defRPr sz="3200" kern="1200" kumimoji="0">
                <a:solidFill>
                  <a:schemeClr val="tx1"/>
                </a:solidFill>
                <a:latin typeface="+mn-lt"/>
                <a:ea typeface="+mn-ea"/>
                <a:cs typeface="+mn-cs"/>
              </a:defRPr>
            </a:lvl1pPr>
            <a:lvl2pPr algn="l" eaLnBrk="1" hangingPunct="1" indent="-237744" latinLnBrk="0" marL="640080" rtl="0">
              <a:lnSpc>
                <a:spcPct val="100000"/>
              </a:lnSpc>
              <a:spcBef>
                <a:spcPts val="550"/>
              </a:spcBef>
              <a:buClr>
                <a:schemeClr val="accent1"/>
              </a:buClr>
              <a:buFont typeface="Verdana"/>
              <a:buChar char="◦"/>
              <a:defRPr sz="2800" kern="1200" kumimoji="0">
                <a:solidFill>
                  <a:schemeClr val="tx1"/>
                </a:solidFill>
                <a:latin typeface="+mn-lt"/>
                <a:ea typeface="+mn-ea"/>
                <a:cs typeface="+mn-cs"/>
              </a:defRPr>
            </a:lvl2pPr>
            <a:lvl3pPr algn="l" eaLnBrk="1" hangingPunct="1" indent="-228600" latinLnBrk="0" marL="886968" rtl="0">
              <a:lnSpc>
                <a:spcPct val="100000"/>
              </a:lnSpc>
              <a:spcBef>
                <a:spcPct val="20000"/>
              </a:spcBef>
              <a:buClr>
                <a:schemeClr val="accent2"/>
              </a:buClr>
              <a:buFont typeface="Wingdings 2"/>
              <a:buChar char=""/>
              <a:defRPr sz="2400" kern="1200" kumimoji="0">
                <a:solidFill>
                  <a:schemeClr val="tx1"/>
                </a:solidFill>
                <a:latin typeface="+mn-lt"/>
                <a:ea typeface="+mn-ea"/>
                <a:cs typeface="+mn-cs"/>
              </a:defRPr>
            </a:lvl3pPr>
            <a:lvl4pPr algn="l" eaLnBrk="1" hangingPunct="1" indent="-173736" latinLnBrk="0" marL="1097280" rtl="0">
              <a:lnSpc>
                <a:spcPct val="100000"/>
              </a:lnSpc>
              <a:spcBef>
                <a:spcPct val="20000"/>
              </a:spcBef>
              <a:buClr>
                <a:schemeClr val="accent3"/>
              </a:buClr>
              <a:buFont typeface="Wingdings 2"/>
              <a:buChar char=""/>
              <a:defRPr sz="2000" kern="1200" kumimoji="0">
                <a:solidFill>
                  <a:schemeClr val="tx1"/>
                </a:solidFill>
                <a:latin typeface="+mn-lt"/>
                <a:ea typeface="+mn-ea"/>
                <a:cs typeface="+mn-cs"/>
              </a:defRPr>
            </a:lvl4pPr>
            <a:lvl5pPr algn="l" eaLnBrk="1" hangingPunct="1" indent="-182880" latinLnBrk="0" marL="1298448" rtl="0">
              <a:lnSpc>
                <a:spcPct val="100000"/>
              </a:lnSpc>
              <a:spcBef>
                <a:spcPct val="20000"/>
              </a:spcBef>
              <a:buClr>
                <a:schemeClr val="accent4"/>
              </a:buClr>
              <a:buFont typeface="Wingdings 2"/>
              <a:buChar char=""/>
              <a:defRPr sz="2000" kern="1200" kumimoji="0">
                <a:solidFill>
                  <a:schemeClr val="tx1"/>
                </a:solidFill>
                <a:latin typeface="+mn-lt"/>
                <a:ea typeface="+mn-ea"/>
                <a:cs typeface="+mn-cs"/>
              </a:defRPr>
            </a:lvl5pPr>
            <a:lvl6pPr algn="l" eaLnBrk="1" hangingPunct="1" indent="-182880" latinLnBrk="0" marL="1508760" rtl="0">
              <a:lnSpc>
                <a:spcPct val="100000"/>
              </a:lnSpc>
              <a:spcBef>
                <a:spcPct val="20000"/>
              </a:spcBef>
              <a:buClr>
                <a:schemeClr val="accent5"/>
              </a:buClr>
              <a:buFont typeface="Wingdings 2"/>
              <a:buChar char=""/>
              <a:defRPr sz="2000" kern="1200" kumimoji="0">
                <a:solidFill>
                  <a:schemeClr val="tx1"/>
                </a:solidFill>
                <a:latin typeface="+mn-lt"/>
                <a:ea typeface="+mn-ea"/>
                <a:cs typeface="+mn-cs"/>
              </a:defRPr>
            </a:lvl6pPr>
            <a:lvl7pPr algn="l" eaLnBrk="1" hangingPunct="1" indent="-182880" latinLnBrk="0" marL="1719072" rtl="0">
              <a:lnSpc>
                <a:spcPct val="100000"/>
              </a:lnSpc>
              <a:spcBef>
                <a:spcPct val="20000"/>
              </a:spcBef>
              <a:buClr>
                <a:schemeClr val="accent6"/>
              </a:buClr>
              <a:buFont typeface="Wingdings 2"/>
              <a:buChar char=""/>
              <a:defRPr sz="2000" kern="1200" kumimoji="0">
                <a:solidFill>
                  <a:schemeClr val="tx1"/>
                </a:solidFill>
                <a:latin typeface="+mn-lt"/>
                <a:ea typeface="+mn-ea"/>
                <a:cs typeface="+mn-cs"/>
              </a:defRPr>
            </a:lvl7pPr>
            <a:lvl8pPr algn="l" eaLnBrk="1" hangingPunct="1" indent="-182880" latinLnBrk="0" marL="1920240" rtl="0">
              <a:lnSpc>
                <a:spcPct val="100000"/>
              </a:lnSpc>
              <a:spcBef>
                <a:spcPct val="20000"/>
              </a:spcBef>
              <a:buClr>
                <a:schemeClr val="accent6"/>
              </a:buClr>
              <a:buFont typeface="Wingdings 2"/>
              <a:buChar char=""/>
              <a:defRPr sz="2000" kern="1200" kumimoji="0">
                <a:solidFill>
                  <a:schemeClr val="tx1"/>
                </a:solidFill>
                <a:latin typeface="+mn-lt"/>
                <a:ea typeface="+mn-ea"/>
                <a:cs typeface="+mn-cs"/>
              </a:defRPr>
            </a:lvl8pPr>
            <a:lvl9pPr algn="l" eaLnBrk="1" hangingPunct="1" indent="-182880" latinLnBrk="0" marL="2130552" rtl="0">
              <a:lnSpc>
                <a:spcPct val="100000"/>
              </a:lnSpc>
              <a:spcBef>
                <a:spcPct val="20000"/>
              </a:spcBef>
              <a:buClr>
                <a:schemeClr val="accent6"/>
              </a:buClr>
              <a:buFont typeface="Wingdings 2"/>
              <a:buChar char=""/>
              <a:defRPr sz="2000" kern="1200" kumimoji="0">
                <a:solidFill>
                  <a:schemeClr val="tx1"/>
                </a:solidFill>
                <a:latin typeface="+mn-lt"/>
                <a:ea typeface="+mn-ea"/>
                <a:cs typeface="+mn-cs"/>
              </a:defRPr>
            </a:lvl9pPr>
          </a:lstStyle>
          <a:p>
            <a:pPr algn="ctr" indent="0" marL="82296">
              <a:buNone/>
            </a:pPr>
            <a:r>
              <a:rPr b="1" dirty="0" sz="1800" lang="en-US">
                <a:solidFill>
                  <a:schemeClr val="tx1">
                    <a:lumMod val="65000"/>
                    <a:lumOff val="35000"/>
                  </a:schemeClr>
                </a:solidFill>
                <a:latin typeface="Times New Roman" pitchFamily="18" charset="0"/>
                <a:cs typeface="Times New Roman" pitchFamily="18" charset="0"/>
              </a:rPr>
              <a:t>Presented By: </a:t>
            </a:r>
          </a:p>
          <a:p>
            <a:pPr algn="ctr" indent="0" marL="82296">
              <a:buNone/>
            </a:pPr>
            <a:r>
              <a:rPr dirty="0" sz="1800" lang="en-US">
                <a:solidFill>
                  <a:schemeClr val="tx1">
                    <a:lumMod val="65000"/>
                    <a:lumOff val="35000"/>
                  </a:schemeClr>
                </a:solidFill>
                <a:latin typeface="Times New Roman" pitchFamily="18" charset="0"/>
                <a:cs typeface="Times New Roman" pitchFamily="18" charset="0"/>
              </a:rPr>
              <a:t>A</a:t>
            </a:r>
            <a:r>
              <a:rPr dirty="0" sz="1800" lang="en-US">
                <a:solidFill>
                  <a:schemeClr val="tx1">
                    <a:lumMod val="65000"/>
                    <a:lumOff val="35000"/>
                  </a:schemeClr>
                </a:solidFill>
                <a:latin typeface="Times New Roman" pitchFamily="18" charset="0"/>
                <a:cs typeface="Times New Roman" pitchFamily="18" charset="0"/>
              </a:rPr>
              <a:t>r</a:t>
            </a:r>
            <a:r>
              <a:rPr dirty="0" sz="1800" lang="en-US">
                <a:solidFill>
                  <a:schemeClr val="tx1">
                    <a:lumMod val="65000"/>
                    <a:lumOff val="35000"/>
                  </a:schemeClr>
                </a:solidFill>
                <a:latin typeface="Times New Roman" pitchFamily="18" charset="0"/>
                <a:cs typeface="Times New Roman" pitchFamily="18" charset="0"/>
              </a:rPr>
              <a:t>m</a:t>
            </a:r>
            <a:r>
              <a:rPr dirty="0" sz="1800" lang="en-US">
                <a:solidFill>
                  <a:schemeClr val="tx1">
                    <a:lumMod val="65000"/>
                    <a:lumOff val="35000"/>
                  </a:schemeClr>
                </a:solidFill>
                <a:latin typeface="Times New Roman" pitchFamily="18" charset="0"/>
                <a:cs typeface="Times New Roman" pitchFamily="18" charset="0"/>
              </a:rPr>
              <a:t>a</a:t>
            </a:r>
            <a:r>
              <a:rPr dirty="0" sz="1800" lang="en-US">
                <a:solidFill>
                  <a:schemeClr val="tx1">
                    <a:lumMod val="65000"/>
                    <a:lumOff val="35000"/>
                  </a:schemeClr>
                </a:solidFill>
                <a:latin typeface="Times New Roman" pitchFamily="18" charset="0"/>
                <a:cs typeface="Times New Roman" pitchFamily="18" charset="0"/>
              </a:rPr>
              <a:t>n</a:t>
            </a:r>
            <a:r>
              <a:rPr dirty="0" sz="1800" lang="en-US">
                <a:solidFill>
                  <a:schemeClr val="tx1">
                    <a:lumMod val="65000"/>
                    <a:lumOff val="35000"/>
                  </a:schemeClr>
                </a:solidFill>
                <a:latin typeface="Times New Roman" pitchFamily="18" charset="0"/>
                <a:cs typeface="Times New Roman" pitchFamily="18" charset="0"/>
              </a:rPr>
              <a:t> </a:t>
            </a:r>
            <a:r>
              <a:rPr dirty="0" sz="1800" lang="en-US">
                <a:solidFill>
                  <a:schemeClr val="tx1">
                    <a:lumMod val="65000"/>
                    <a:lumOff val="35000"/>
                  </a:schemeClr>
                </a:solidFill>
                <a:latin typeface="Times New Roman" pitchFamily="18" charset="0"/>
                <a:cs typeface="Times New Roman" pitchFamily="18" charset="0"/>
              </a:rPr>
              <a:t>k</a:t>
            </a:r>
            <a:r>
              <a:rPr dirty="0" sz="1800" lang="en-US">
                <a:solidFill>
                  <a:schemeClr val="tx1">
                    <a:lumMod val="65000"/>
                    <a:lumOff val="35000"/>
                  </a:schemeClr>
                </a:solidFill>
                <a:latin typeface="Times New Roman" pitchFamily="18" charset="0"/>
                <a:cs typeface="Times New Roman" pitchFamily="18" charset="0"/>
              </a:rPr>
              <a:t>h</a:t>
            </a:r>
            <a:r>
              <a:rPr dirty="0" sz="1800" lang="en-US">
                <a:solidFill>
                  <a:schemeClr val="tx1">
                    <a:lumMod val="65000"/>
                    <a:lumOff val="35000"/>
                  </a:schemeClr>
                </a:solidFill>
                <a:latin typeface="Times New Roman" pitchFamily="18" charset="0"/>
                <a:cs typeface="Times New Roman" pitchFamily="18" charset="0"/>
              </a:rPr>
              <a:t>a</a:t>
            </a:r>
            <a:r>
              <a:rPr dirty="0" sz="1800" lang="en-US">
                <a:solidFill>
                  <a:schemeClr val="tx1">
                    <a:lumMod val="65000"/>
                    <a:lumOff val="35000"/>
                  </a:schemeClr>
                </a:solidFill>
                <a:latin typeface="Times New Roman" pitchFamily="18" charset="0"/>
                <a:cs typeface="Times New Roman" pitchFamily="18" charset="0"/>
              </a:rPr>
              <a:t>n</a:t>
            </a:r>
            <a:endParaRPr altLang="en-US" lang="zh-CN"/>
          </a:p>
          <a:p>
            <a:pPr algn="ctr" indent="0" marL="82296">
              <a:buNone/>
            </a:pPr>
            <a:r>
              <a:rPr sz="1800" lang="en-US">
                <a:solidFill>
                  <a:schemeClr val="tx1">
                    <a:lumMod val="65000"/>
                    <a:lumOff val="35000"/>
                  </a:schemeClr>
                </a:solidFill>
                <a:latin typeface="Times New Roman" pitchFamily="18" charset="0"/>
                <a:cs typeface="Times New Roman" pitchFamily="18" charset="0"/>
              </a:rPr>
              <a:t>220525000001</a:t>
            </a:r>
            <a:r>
              <a:rPr sz="1800" lang="en-US">
                <a:solidFill>
                  <a:schemeClr val="tx1">
                    <a:lumMod val="65000"/>
                    <a:lumOff val="35000"/>
                  </a:schemeClr>
                </a:solidFill>
                <a:latin typeface="Times New Roman" pitchFamily="18" charset="0"/>
                <a:cs typeface="Times New Roman" pitchFamily="18" charset="0"/>
              </a:rPr>
              <a:t>1</a:t>
            </a:r>
            <a:endParaRPr dirty="0" sz="1800" lang="en-US">
              <a:solidFill>
                <a:schemeClr val="tx1">
                  <a:lumMod val="65000"/>
                  <a:lumOff val="35000"/>
                </a:schemeClr>
              </a:solidFill>
              <a:latin typeface="Times New Roman" pitchFamily="18" charset="0"/>
              <a:cs typeface="Times New Roman" pitchFamily="18" charset="0"/>
            </a:endParaRPr>
          </a:p>
          <a:p>
            <a:pPr algn="ctr" indent="0" marL="82296">
              <a:buNone/>
            </a:pPr>
            <a:r>
              <a:rPr dirty="0" sz="1800" lang="en-US">
                <a:solidFill>
                  <a:schemeClr val="tx1">
                    <a:lumMod val="65000"/>
                    <a:lumOff val="35000"/>
                  </a:schemeClr>
                </a:solidFill>
                <a:latin typeface="Times New Roman" pitchFamily="18" charset="0"/>
                <a:cs typeface="Times New Roman" pitchFamily="18" charset="0"/>
              </a:rPr>
              <a:t>4th Year</a:t>
            </a:r>
          </a:p>
        </p:txBody>
      </p:sp>
      <p:sp>
        <p:nvSpPr>
          <p:cNvPr id="1048596" name="Text Placeholder 3"/>
          <p:cNvSpPr txBox="1"/>
          <p:nvPr/>
        </p:nvSpPr>
        <p:spPr>
          <a:xfrm>
            <a:off x="380999" y="5162999"/>
            <a:ext cx="3906175" cy="1482075"/>
          </a:xfrm>
          <a:prstGeom prst="rect"/>
        </p:spPr>
        <p:txBody>
          <a:bodyPr anchor="t" bIns="45720" lIns="91440" rIns="91440" rtlCol="0" tIns="45720" vert="horz">
            <a:normAutofit/>
          </a:bodyPr>
          <a:lstStyle>
            <a:lvl1pPr algn="l" defTabSz="457200" eaLnBrk="1" hangingPunct="1" indent="-342900" latinLnBrk="0" marL="342900" rtl="0">
              <a:spcBef>
                <a:spcPts val="1000"/>
              </a:spcBef>
              <a:spcAft>
                <a:spcPts val="0"/>
              </a:spcAft>
              <a:buClr>
                <a:schemeClr val="accent1"/>
              </a:buClr>
              <a:buFont typeface="Wingdings 3" charset="2"/>
              <a:buNone/>
              <a:defRPr sz="1800" kern="1200" lang="en-US">
                <a:solidFill>
                  <a:schemeClr val="tx1">
                    <a:lumMod val="65000"/>
                    <a:lumOff val="35000"/>
                  </a:schemeClr>
                </a:solidFill>
                <a:latin typeface="+mn-lt"/>
                <a:ea typeface="+mn-ea"/>
                <a:cs typeface="+mn-cs"/>
              </a:defRPr>
            </a:lvl1pPr>
            <a:lvl2pPr algn="l" defTabSz="457200" eaLnBrk="1" hangingPunct="1" indent="-285750" latinLnBrk="0" marL="742950" rtl="0">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ctr"/>
            <a:r>
              <a:rPr b="1" dirty="0" lang="en-US">
                <a:latin typeface="Times New Roman" pitchFamily="18" charset="0"/>
                <a:cs typeface="Times New Roman" pitchFamily="18" charset="0"/>
              </a:rPr>
              <a:t>Under the Guidance</a:t>
            </a:r>
          </a:p>
          <a:p>
            <a:pPr algn="ctr"/>
            <a:r>
              <a:rPr dirty="0" lang="en-US">
                <a:latin typeface="Times New Roman" panose="02020603050405020304" pitchFamily="18" charset="0"/>
                <a:cs typeface="Times New Roman" panose="02020603050405020304" pitchFamily="18" charset="0"/>
              </a:rPr>
              <a:t>Mr. Baijnath Nishad</a:t>
            </a:r>
          </a:p>
          <a:p>
            <a:pPr algn="ctr"/>
            <a:r>
              <a:rPr dirty="0" lang="en-US">
                <a:latin typeface="Times New Roman" panose="02020603050405020304" pitchFamily="18" charset="0"/>
                <a:cs typeface="Times New Roman" panose="02020603050405020304" pitchFamily="18" charset="0"/>
              </a:rPr>
              <a:t>Assistant Professor</a:t>
            </a:r>
          </a:p>
        </p:txBody>
      </p:sp>
      <p:sp>
        <p:nvSpPr>
          <p:cNvPr id="1048597" name="Footer Placeholder 3"/>
          <p:cNvSpPr txBox="1"/>
          <p:nvPr/>
        </p:nvSpPr>
        <p:spPr>
          <a:xfrm>
            <a:off x="2133600" y="6562051"/>
            <a:ext cx="5486400" cy="457200"/>
          </a:xfrm>
          <a:prstGeom prst="rect"/>
        </p:spPr>
        <p:txBody>
          <a:bodyPr anchor="ctr" bIns="45720" lIns="91440" rIns="91440" rtlCol="0" tIns="45720" vert="horz"/>
          <a:lstStyle>
            <a:defPPr>
              <a:defRPr lang="en-US"/>
            </a:defPPr>
            <a:lvl1pPr algn="l" defTabSz="914400" eaLnBrk="1" hangingPunct="1" latinLnBrk="0" marL="0" rtl="0">
              <a:defRPr sz="9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pPr algn="ctr"/>
            <a:r>
              <a:rPr b="1" dirty="0" sz="1800" lang="en-US">
                <a:latin typeface="Times New Roman" panose="02020603050405020304" pitchFamily="18" charset="0"/>
                <a:cs typeface="Times New Roman" panose="02020603050405020304" pitchFamily="18" charset="0"/>
              </a:rPr>
              <a:t> Department of Civil Engineering, BIT Gorakhpur</a:t>
            </a:r>
          </a:p>
          <a:p>
            <a:endParaRPr dirty="0" sz="2400" lang="en-US">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598" name="Title 1"/>
          <p:cNvSpPr>
            <a:spLocks noGrp="1"/>
          </p:cNvSpPr>
          <p:nvPr>
            <p:ph type="ctrTitle"/>
          </p:nvPr>
        </p:nvSpPr>
        <p:spPr>
          <a:xfrm>
            <a:off x="1524000" y="304800"/>
            <a:ext cx="7406640" cy="783102"/>
          </a:xfrm>
        </p:spPr>
        <p:txBody>
          <a:bodyPr/>
          <a:p>
            <a:r>
              <a:rPr dirty="0" lang="en-US">
                <a:solidFill>
                  <a:srgbClr val="0070C0"/>
                </a:solidFill>
              </a:rPr>
              <a:t>Contents</a:t>
            </a:r>
            <a:endParaRPr dirty="0" lang="en-US"/>
          </a:p>
        </p:txBody>
      </p:sp>
      <p:sp>
        <p:nvSpPr>
          <p:cNvPr id="1048599" name="Subtitle 2"/>
          <p:cNvSpPr>
            <a:spLocks noGrp="1"/>
          </p:cNvSpPr>
          <p:nvPr>
            <p:ph type="subTitle" idx="1"/>
          </p:nvPr>
        </p:nvSpPr>
        <p:spPr>
          <a:xfrm>
            <a:off x="1524000" y="1562100"/>
            <a:ext cx="7406640" cy="3733800"/>
          </a:xfrm>
        </p:spPr>
        <p:txBody>
          <a:bodyPr>
            <a:noAutofit/>
          </a:bodyPr>
          <a:p>
            <a:pPr>
              <a:spcBef>
                <a:spcPts val="1200"/>
              </a:spcBef>
              <a:buFont typeface="Arial" panose="020B0604020202020204" pitchFamily="34" charset="0"/>
              <a:buChar char="•"/>
            </a:pPr>
            <a:r>
              <a:rPr dirty="0" sz="2000" lang="en-US">
                <a:solidFill>
                  <a:schemeClr val="tx2">
                    <a:lumMod val="75000"/>
                  </a:schemeClr>
                </a:solidFill>
              </a:rPr>
              <a:t>Introduction</a:t>
            </a:r>
          </a:p>
          <a:p>
            <a:pPr>
              <a:spcBef>
                <a:spcPts val="1200"/>
              </a:spcBef>
              <a:buFont typeface="Arial" panose="020B0604020202020204" pitchFamily="34" charset="0"/>
              <a:buChar char="•"/>
            </a:pPr>
            <a:r>
              <a:rPr dirty="0" sz="2000" lang="en-IN"/>
              <a:t>Problem Statement</a:t>
            </a:r>
          </a:p>
          <a:p>
            <a:pPr>
              <a:spcBef>
                <a:spcPts val="1200"/>
              </a:spcBef>
              <a:buFont typeface="Arial" panose="020B0604020202020204" pitchFamily="34" charset="0"/>
              <a:buChar char="•"/>
            </a:pPr>
            <a:r>
              <a:rPr dirty="0" sz="2000" lang="en-IN"/>
              <a:t>Objectives</a:t>
            </a:r>
            <a:endParaRPr dirty="0" sz="2000" lang="en-US">
              <a:solidFill>
                <a:schemeClr val="tx2">
                  <a:lumMod val="75000"/>
                </a:schemeClr>
              </a:solidFill>
            </a:endParaRPr>
          </a:p>
          <a:p>
            <a:pPr>
              <a:spcBef>
                <a:spcPts val="1200"/>
              </a:spcBef>
              <a:buFont typeface="Arial" panose="020B0604020202020204" pitchFamily="34" charset="0"/>
              <a:buChar char="•"/>
            </a:pPr>
            <a:r>
              <a:rPr dirty="0" sz="2000" lang="en-US">
                <a:solidFill>
                  <a:schemeClr val="tx2">
                    <a:lumMod val="75000"/>
                  </a:schemeClr>
                </a:solidFill>
              </a:rPr>
              <a:t>Literature Survey</a:t>
            </a:r>
          </a:p>
          <a:p>
            <a:pPr>
              <a:spcBef>
                <a:spcPts val="1200"/>
              </a:spcBef>
              <a:buFont typeface="Arial" panose="020B0604020202020204" pitchFamily="34" charset="0"/>
              <a:buChar char="•"/>
            </a:pPr>
            <a:r>
              <a:rPr dirty="0" sz="2000" lang="en-US">
                <a:solidFill>
                  <a:schemeClr val="tx2">
                    <a:lumMod val="75000"/>
                  </a:schemeClr>
                </a:solidFill>
              </a:rPr>
              <a:t>Proposed Solution / Methodology</a:t>
            </a:r>
          </a:p>
          <a:p>
            <a:pPr>
              <a:spcBef>
                <a:spcPts val="1200"/>
              </a:spcBef>
              <a:buFont typeface="Arial" panose="020B0604020202020204" pitchFamily="34" charset="0"/>
              <a:buChar char="•"/>
            </a:pPr>
            <a:r>
              <a:rPr dirty="0" sz="2000" lang="en-US">
                <a:solidFill>
                  <a:schemeClr val="tx2">
                    <a:lumMod val="75000"/>
                  </a:schemeClr>
                </a:solidFill>
              </a:rPr>
              <a:t>Results &amp; Analysis</a:t>
            </a:r>
          </a:p>
          <a:p>
            <a:pPr>
              <a:spcBef>
                <a:spcPts val="1200"/>
              </a:spcBef>
              <a:buFont typeface="Arial" panose="020B0604020202020204" pitchFamily="34" charset="0"/>
              <a:buChar char="•"/>
            </a:pPr>
            <a:r>
              <a:rPr dirty="0" sz="2000" lang="en-US">
                <a:solidFill>
                  <a:schemeClr val="tx2">
                    <a:lumMod val="75000"/>
                  </a:schemeClr>
                </a:solidFill>
              </a:rPr>
              <a:t>Conclusion &amp; Future Work</a:t>
            </a:r>
          </a:p>
          <a:p>
            <a:pPr>
              <a:spcBef>
                <a:spcPts val="1200"/>
              </a:spcBef>
              <a:buFont typeface="Arial" panose="020B0604020202020204" pitchFamily="34" charset="0"/>
              <a:buChar char="•"/>
            </a:pPr>
            <a:r>
              <a:rPr dirty="0" sz="2000" lang="en-US">
                <a:solidFill>
                  <a:schemeClr val="tx2">
                    <a:lumMod val="75000"/>
                  </a:schemeClr>
                </a:solidFill>
              </a:rPr>
              <a:t>Acknowledgements</a:t>
            </a:r>
          </a:p>
          <a:p>
            <a:pPr>
              <a:spcBef>
                <a:spcPts val="1200"/>
              </a:spcBef>
              <a:buFont typeface="Arial" panose="020B0604020202020204" pitchFamily="34" charset="0"/>
              <a:buChar char="•"/>
            </a:pPr>
            <a:r>
              <a:rPr dirty="0" sz="2000" lang="en-US">
                <a:solidFill>
                  <a:schemeClr val="tx2">
                    <a:lumMod val="75000"/>
                  </a:schemeClr>
                </a:solidFill>
              </a:rPr>
              <a:t>References</a:t>
            </a:r>
          </a:p>
          <a:p>
            <a:endParaRPr dirty="0" sz="2000" lang="en-US"/>
          </a:p>
        </p:txBody>
      </p:sp>
      <p:pic>
        <p:nvPicPr>
          <p:cNvPr id="2097153" name="Picture 3"/>
          <p:cNvPicPr>
            <a:picLocks noChangeAspect="1"/>
          </p:cNvPicPr>
          <p:nvPr/>
        </p:nvPicPr>
        <p:blipFill>
          <a:blip xmlns:r="http://schemas.openxmlformats.org/officeDocument/2006/relationships" r:embed="rId1"/>
          <a:stretch>
            <a:fillRect/>
          </a:stretch>
        </p:blipFill>
        <p:spPr>
          <a:xfrm>
            <a:off x="152400" y="138869"/>
            <a:ext cx="1563130" cy="1409019"/>
          </a:xfrm>
          <a:prstGeom prst="rec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600" name="Title 1"/>
          <p:cNvSpPr>
            <a:spLocks noGrp="1"/>
          </p:cNvSpPr>
          <p:nvPr>
            <p:ph type="ctrTitle"/>
          </p:nvPr>
        </p:nvSpPr>
        <p:spPr>
          <a:xfrm>
            <a:off x="1463452" y="426549"/>
            <a:ext cx="7162800" cy="706902"/>
          </a:xfrm>
        </p:spPr>
        <p:txBody>
          <a:bodyPr>
            <a:noAutofit/>
          </a:bodyPr>
          <a:p>
            <a:r>
              <a:rPr dirty="0" lang="en-US">
                <a:solidFill>
                  <a:srgbClr val="0070C0"/>
                </a:solidFill>
                <a:latin typeface="Times New Roman" panose="02020603050405020304" pitchFamily="18" charset="0"/>
                <a:cs typeface="Times New Roman" panose="02020603050405020304" pitchFamily="18" charset="0"/>
              </a:rPr>
              <a:t>Introduction</a:t>
            </a:r>
            <a:endParaRPr dirty="0" lang="en-US">
              <a:latin typeface="Times New Roman" panose="02020603050405020304" pitchFamily="18" charset="0"/>
              <a:cs typeface="Times New Roman" panose="02020603050405020304" pitchFamily="18" charset="0"/>
            </a:endParaRPr>
          </a:p>
        </p:txBody>
      </p:sp>
      <p:sp>
        <p:nvSpPr>
          <p:cNvPr id="1048601" name="Subtitle 2"/>
          <p:cNvSpPr>
            <a:spLocks noGrp="1"/>
          </p:cNvSpPr>
          <p:nvPr>
            <p:ph type="subTitle" idx="1"/>
          </p:nvPr>
        </p:nvSpPr>
        <p:spPr>
          <a:xfrm>
            <a:off x="1463452" y="1266054"/>
            <a:ext cx="7406640" cy="1752600"/>
          </a:xfrm>
        </p:spPr>
        <p:txBody>
          <a:bodyPr>
            <a:normAutofit fontScale="90476" lnSpcReduction="20000"/>
          </a:bodyPr>
          <a:p>
            <a:r>
              <a:rPr b="1" dirty="0" sz="2200" lang="en-IN">
                <a:latin typeface="Times New Roman" panose="02020603050405020304" pitchFamily="18" charset="0"/>
                <a:cs typeface="Times New Roman" panose="02020603050405020304" pitchFamily="18" charset="0"/>
              </a:rPr>
              <a:t>Background: </a:t>
            </a:r>
          </a:p>
          <a:p>
            <a:pPr indent="-342900" marL="370332">
              <a:buClr>
                <a:schemeClr val="tx1"/>
              </a:buClr>
              <a:buFont typeface="Wingdings" panose="05000000000000000000" pitchFamily="2" charset="2"/>
              <a:buChar char="Ø"/>
            </a:pPr>
            <a:r>
              <a:rPr dirty="0" sz="2100" lang="en-IN"/>
              <a:t>Scour is the removal of soil around bridge piers caused by flowing water, which weakens the foundation.</a:t>
            </a:r>
          </a:p>
          <a:p>
            <a:pPr indent="-342900" marL="370332">
              <a:buClr>
                <a:schemeClr val="tx1"/>
              </a:buClr>
              <a:buFont typeface="Wingdings" panose="05000000000000000000" pitchFamily="2" charset="2"/>
              <a:buChar char="Ø"/>
            </a:pPr>
            <a:r>
              <a:rPr dirty="0" sz="2100" lang="en-IN"/>
              <a:t>It commonly occurs in rivers and is a major concern in hydraulic engineering.</a:t>
            </a:r>
          </a:p>
          <a:p>
            <a:pPr indent="-342900" marL="370332">
              <a:buClr>
                <a:schemeClr val="tx1"/>
              </a:buClr>
              <a:buFont typeface="Wingdings" panose="05000000000000000000" pitchFamily="2" charset="2"/>
              <a:buChar char="Ø"/>
            </a:pPr>
            <a:r>
              <a:rPr dirty="0" sz="2100" lang="en-IN"/>
              <a:t>Understanding scour is essential for safe bridge construction.</a:t>
            </a:r>
          </a:p>
          <a:p>
            <a:pPr indent="-457200" marL="484632">
              <a:buClr>
                <a:schemeClr val="tx1"/>
              </a:buClr>
              <a:buFont typeface="Wingdings" panose="05000000000000000000" pitchFamily="2" charset="2"/>
              <a:buChar char="Ø"/>
            </a:pPr>
            <a:endParaRPr dirty="0" sz="2300" lang="en-IN">
              <a:solidFill>
                <a:schemeClr val="tx1"/>
              </a:solidFill>
              <a:latin typeface="Times New Roman" panose="02020603050405020304" pitchFamily="18" charset="0"/>
              <a:cs typeface="Times New Roman" panose="02020603050405020304" pitchFamily="18" charset="0"/>
            </a:endParaRPr>
          </a:p>
          <a:p>
            <a:pPr indent="-457200" marL="484632">
              <a:buFont typeface="Wingdings" panose="05000000000000000000" pitchFamily="2" charset="2"/>
              <a:buChar char="Ø"/>
            </a:pPr>
            <a:endParaRPr dirty="0" lang="en-US">
              <a:latin typeface="Times New Roman" panose="02020603050405020304" pitchFamily="18" charset="0"/>
              <a:cs typeface="Times New Roman" panose="02020603050405020304" pitchFamily="18" charset="0"/>
            </a:endParaRPr>
          </a:p>
        </p:txBody>
      </p:sp>
      <p:pic>
        <p:nvPicPr>
          <p:cNvPr id="2097154" name="Picture 3"/>
          <p:cNvPicPr>
            <a:picLocks noChangeAspect="1"/>
          </p:cNvPicPr>
          <p:nvPr/>
        </p:nvPicPr>
        <p:blipFill>
          <a:blip xmlns:r="http://schemas.openxmlformats.org/officeDocument/2006/relationships" r:embed="rId1"/>
          <a:stretch>
            <a:fillRect/>
          </a:stretch>
        </p:blipFill>
        <p:spPr>
          <a:xfrm>
            <a:off x="152400" y="152400"/>
            <a:ext cx="1561556" cy="1407600"/>
          </a:xfrm>
          <a:prstGeom prst="rect"/>
        </p:spPr>
      </p:pic>
      <p:sp>
        <p:nvSpPr>
          <p:cNvPr id="1048602" name="Subtitle 2"/>
          <p:cNvSpPr txBox="1"/>
          <p:nvPr/>
        </p:nvSpPr>
        <p:spPr>
          <a:xfrm>
            <a:off x="1338422" y="2963047"/>
            <a:ext cx="7726268" cy="1752600"/>
          </a:xfrm>
          <a:prstGeom prst="rect"/>
        </p:spPr>
        <p:txBody>
          <a:bodyPr tIns="0">
            <a:normAutofit/>
          </a:bodyPr>
          <a:lstStyle>
            <a:lvl1pPr algn="l" eaLnBrk="1" hangingPunct="1" indent="0" latinLnBrk="0" marL="27432" rtl="0">
              <a:lnSpc>
                <a:spcPct val="100000"/>
              </a:lnSpc>
              <a:spcBef>
                <a:spcPts val="600"/>
              </a:spcBef>
              <a:buClr>
                <a:schemeClr val="accent1"/>
              </a:buClr>
              <a:buSzPct val="80000"/>
              <a:buFont typeface="Wingdings 2"/>
              <a:buNone/>
              <a:defRPr sz="2600" kern="1200" kumimoji="0">
                <a:solidFill>
                  <a:schemeClr val="tx2">
                    <a:shade val="30000"/>
                    <a:satMod val="150000"/>
                  </a:schemeClr>
                </a:solidFill>
                <a:latin typeface="+mn-lt"/>
                <a:ea typeface="+mn-ea"/>
                <a:cs typeface="+mn-cs"/>
              </a:defRPr>
            </a:lvl1pPr>
            <a:lvl2pPr algn="ctr" eaLnBrk="1" hangingPunct="1" indent="0" latinLnBrk="0" marL="457200" rtl="0">
              <a:lnSpc>
                <a:spcPct val="100000"/>
              </a:lnSpc>
              <a:spcBef>
                <a:spcPts val="550"/>
              </a:spcBef>
              <a:buClr>
                <a:schemeClr val="accent1"/>
              </a:buClr>
              <a:buFont typeface="Verdana"/>
              <a:buNone/>
              <a:defRPr sz="2800" kern="1200" kumimoji="0">
                <a:solidFill>
                  <a:schemeClr val="tx1"/>
                </a:solidFill>
                <a:latin typeface="+mn-lt"/>
                <a:ea typeface="+mn-ea"/>
                <a:cs typeface="+mn-cs"/>
              </a:defRPr>
            </a:lvl2pPr>
            <a:lvl3pPr algn="ctr" eaLnBrk="1" hangingPunct="1" indent="0" latinLnBrk="0" marL="914400" rtl="0">
              <a:lnSpc>
                <a:spcPct val="100000"/>
              </a:lnSpc>
              <a:spcBef>
                <a:spcPct val="20000"/>
              </a:spcBef>
              <a:buClr>
                <a:schemeClr val="accent2"/>
              </a:buClr>
              <a:buFont typeface="Wingdings 2"/>
              <a:buNone/>
              <a:defRPr sz="2400" kern="1200" kumimoji="0">
                <a:solidFill>
                  <a:schemeClr val="tx1"/>
                </a:solidFill>
                <a:latin typeface="+mn-lt"/>
                <a:ea typeface="+mn-ea"/>
                <a:cs typeface="+mn-cs"/>
              </a:defRPr>
            </a:lvl3pPr>
            <a:lvl4pPr algn="ctr" eaLnBrk="1" hangingPunct="1" indent="0" latinLnBrk="0" marL="1371600" rtl="0">
              <a:lnSpc>
                <a:spcPct val="100000"/>
              </a:lnSpc>
              <a:spcBef>
                <a:spcPct val="20000"/>
              </a:spcBef>
              <a:buClr>
                <a:schemeClr val="accent3"/>
              </a:buClr>
              <a:buFont typeface="Wingdings 2"/>
              <a:buNone/>
              <a:defRPr sz="2000" kern="1200" kumimoji="0">
                <a:solidFill>
                  <a:schemeClr val="tx1"/>
                </a:solidFill>
                <a:latin typeface="+mn-lt"/>
                <a:ea typeface="+mn-ea"/>
                <a:cs typeface="+mn-cs"/>
              </a:defRPr>
            </a:lvl4pPr>
            <a:lvl5pPr algn="ctr" eaLnBrk="1" hangingPunct="1" indent="0" latinLnBrk="0" marL="1828800" rtl="0">
              <a:lnSpc>
                <a:spcPct val="100000"/>
              </a:lnSpc>
              <a:spcBef>
                <a:spcPct val="20000"/>
              </a:spcBef>
              <a:buClr>
                <a:schemeClr val="accent4"/>
              </a:buClr>
              <a:buFont typeface="Wingdings 2"/>
              <a:buNone/>
              <a:defRPr sz="2000" kern="1200" kumimoji="0">
                <a:solidFill>
                  <a:schemeClr val="tx1"/>
                </a:solidFill>
                <a:latin typeface="+mn-lt"/>
                <a:ea typeface="+mn-ea"/>
                <a:cs typeface="+mn-cs"/>
              </a:defRPr>
            </a:lvl5pPr>
            <a:lvl6pPr algn="ctr" eaLnBrk="1" hangingPunct="1" indent="0" latinLnBrk="0" marL="2286000" rtl="0">
              <a:lnSpc>
                <a:spcPct val="100000"/>
              </a:lnSpc>
              <a:spcBef>
                <a:spcPct val="20000"/>
              </a:spcBef>
              <a:buClr>
                <a:schemeClr val="accent5"/>
              </a:buClr>
              <a:buFont typeface="Wingdings 2"/>
              <a:buNone/>
              <a:defRPr sz="2000" kern="1200" kumimoji="0">
                <a:solidFill>
                  <a:schemeClr val="tx1"/>
                </a:solidFill>
                <a:latin typeface="+mn-lt"/>
                <a:ea typeface="+mn-ea"/>
                <a:cs typeface="+mn-cs"/>
              </a:defRPr>
            </a:lvl6pPr>
            <a:lvl7pPr algn="ctr" eaLnBrk="1" hangingPunct="1" indent="0" latinLnBrk="0" marL="27432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7pPr>
            <a:lvl8pPr algn="ctr" eaLnBrk="1" hangingPunct="1" indent="0" latinLnBrk="0" marL="32004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8pPr>
            <a:lvl9pPr algn="ctr" eaLnBrk="1" hangingPunct="1" indent="0" latinLnBrk="0" marL="36576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9pPr>
          </a:lstStyle>
          <a:p>
            <a:r>
              <a:rPr b="1" dirty="0" sz="2000" lang="en-IN">
                <a:latin typeface="Times New Roman" panose="02020603050405020304" pitchFamily="18" charset="0"/>
                <a:cs typeface="Times New Roman" panose="02020603050405020304" pitchFamily="18" charset="0"/>
              </a:rPr>
              <a:t>Importance:</a:t>
            </a:r>
          </a:p>
          <a:p>
            <a:pPr indent="-285750" marL="313182">
              <a:buClr>
                <a:schemeClr val="tx1"/>
              </a:buClr>
              <a:buFont typeface="Wingdings" panose="05000000000000000000" pitchFamily="2" charset="2"/>
              <a:buChar char="Ø"/>
            </a:pPr>
            <a:r>
              <a:rPr dirty="0" sz="1800" lang="en-IN"/>
              <a:t>Scour is one of the leading causes of bridge failure worldwide.</a:t>
            </a:r>
            <a:br>
              <a:rPr dirty="0" sz="1800" lang="en-IN"/>
            </a:br>
            <a:r>
              <a:rPr dirty="0" sz="1800" lang="en-IN"/>
              <a:t>High flow velocity increases erosion and reduces structural stability.</a:t>
            </a:r>
          </a:p>
          <a:p>
            <a:pPr indent="-285750" marL="313182">
              <a:buClr>
                <a:schemeClr val="tx1"/>
              </a:buClr>
              <a:buFont typeface="Wingdings" panose="05000000000000000000" pitchFamily="2" charset="2"/>
              <a:buChar char="Ø"/>
            </a:pPr>
            <a:r>
              <a:rPr dirty="0" sz="1800" lang="en-IN"/>
              <a:t>Proper analysis helps in preventing accidents and economic loss.</a:t>
            </a:r>
            <a:endParaRPr b="1" dirty="0" sz="1800" lang="en-IN">
              <a:latin typeface="Times New Roman" panose="02020603050405020304" pitchFamily="18" charset="0"/>
              <a:cs typeface="Times New Roman" panose="02020603050405020304" pitchFamily="18" charset="0"/>
            </a:endParaRPr>
          </a:p>
        </p:txBody>
      </p:sp>
      <p:sp>
        <p:nvSpPr>
          <p:cNvPr id="1048603" name="Subtitle 2"/>
          <p:cNvSpPr txBox="1"/>
          <p:nvPr/>
        </p:nvSpPr>
        <p:spPr>
          <a:xfrm>
            <a:off x="1303638" y="4572000"/>
            <a:ext cx="7726268" cy="1752600"/>
          </a:xfrm>
          <a:prstGeom prst="rect"/>
        </p:spPr>
        <p:txBody>
          <a:bodyPr tIns="0">
            <a:noAutofit/>
          </a:bodyPr>
          <a:lstStyle>
            <a:lvl1pPr algn="l" eaLnBrk="1" hangingPunct="1" indent="0" latinLnBrk="0" marL="27432" rtl="0">
              <a:lnSpc>
                <a:spcPct val="100000"/>
              </a:lnSpc>
              <a:spcBef>
                <a:spcPts val="600"/>
              </a:spcBef>
              <a:buClr>
                <a:schemeClr val="accent1"/>
              </a:buClr>
              <a:buSzPct val="80000"/>
              <a:buFont typeface="Wingdings 2"/>
              <a:buNone/>
              <a:defRPr sz="2600" kern="1200" kumimoji="0">
                <a:solidFill>
                  <a:schemeClr val="tx2">
                    <a:shade val="30000"/>
                    <a:satMod val="150000"/>
                  </a:schemeClr>
                </a:solidFill>
                <a:latin typeface="+mn-lt"/>
                <a:ea typeface="+mn-ea"/>
                <a:cs typeface="+mn-cs"/>
              </a:defRPr>
            </a:lvl1pPr>
            <a:lvl2pPr algn="ctr" eaLnBrk="1" hangingPunct="1" indent="0" latinLnBrk="0" marL="457200" rtl="0">
              <a:lnSpc>
                <a:spcPct val="100000"/>
              </a:lnSpc>
              <a:spcBef>
                <a:spcPts val="550"/>
              </a:spcBef>
              <a:buClr>
                <a:schemeClr val="accent1"/>
              </a:buClr>
              <a:buFont typeface="Verdana"/>
              <a:buNone/>
              <a:defRPr sz="2800" kern="1200" kumimoji="0">
                <a:solidFill>
                  <a:schemeClr val="tx1"/>
                </a:solidFill>
                <a:latin typeface="+mn-lt"/>
                <a:ea typeface="+mn-ea"/>
                <a:cs typeface="+mn-cs"/>
              </a:defRPr>
            </a:lvl2pPr>
            <a:lvl3pPr algn="ctr" eaLnBrk="1" hangingPunct="1" indent="0" latinLnBrk="0" marL="914400" rtl="0">
              <a:lnSpc>
                <a:spcPct val="100000"/>
              </a:lnSpc>
              <a:spcBef>
                <a:spcPct val="20000"/>
              </a:spcBef>
              <a:buClr>
                <a:schemeClr val="accent2"/>
              </a:buClr>
              <a:buFont typeface="Wingdings 2"/>
              <a:buNone/>
              <a:defRPr sz="2400" kern="1200" kumimoji="0">
                <a:solidFill>
                  <a:schemeClr val="tx1"/>
                </a:solidFill>
                <a:latin typeface="+mn-lt"/>
                <a:ea typeface="+mn-ea"/>
                <a:cs typeface="+mn-cs"/>
              </a:defRPr>
            </a:lvl3pPr>
            <a:lvl4pPr algn="ctr" eaLnBrk="1" hangingPunct="1" indent="0" latinLnBrk="0" marL="1371600" rtl="0">
              <a:lnSpc>
                <a:spcPct val="100000"/>
              </a:lnSpc>
              <a:spcBef>
                <a:spcPct val="20000"/>
              </a:spcBef>
              <a:buClr>
                <a:schemeClr val="accent3"/>
              </a:buClr>
              <a:buFont typeface="Wingdings 2"/>
              <a:buNone/>
              <a:defRPr sz="2000" kern="1200" kumimoji="0">
                <a:solidFill>
                  <a:schemeClr val="tx1"/>
                </a:solidFill>
                <a:latin typeface="+mn-lt"/>
                <a:ea typeface="+mn-ea"/>
                <a:cs typeface="+mn-cs"/>
              </a:defRPr>
            </a:lvl4pPr>
            <a:lvl5pPr algn="ctr" eaLnBrk="1" hangingPunct="1" indent="0" latinLnBrk="0" marL="1828800" rtl="0">
              <a:lnSpc>
                <a:spcPct val="100000"/>
              </a:lnSpc>
              <a:spcBef>
                <a:spcPct val="20000"/>
              </a:spcBef>
              <a:buClr>
                <a:schemeClr val="accent4"/>
              </a:buClr>
              <a:buFont typeface="Wingdings 2"/>
              <a:buNone/>
              <a:defRPr sz="2000" kern="1200" kumimoji="0">
                <a:solidFill>
                  <a:schemeClr val="tx1"/>
                </a:solidFill>
                <a:latin typeface="+mn-lt"/>
                <a:ea typeface="+mn-ea"/>
                <a:cs typeface="+mn-cs"/>
              </a:defRPr>
            </a:lvl5pPr>
            <a:lvl6pPr algn="ctr" eaLnBrk="1" hangingPunct="1" indent="0" latinLnBrk="0" marL="2286000" rtl="0">
              <a:lnSpc>
                <a:spcPct val="100000"/>
              </a:lnSpc>
              <a:spcBef>
                <a:spcPct val="20000"/>
              </a:spcBef>
              <a:buClr>
                <a:schemeClr val="accent5"/>
              </a:buClr>
              <a:buFont typeface="Wingdings 2"/>
              <a:buNone/>
              <a:defRPr sz="2000" kern="1200" kumimoji="0">
                <a:solidFill>
                  <a:schemeClr val="tx1"/>
                </a:solidFill>
                <a:latin typeface="+mn-lt"/>
                <a:ea typeface="+mn-ea"/>
                <a:cs typeface="+mn-cs"/>
              </a:defRPr>
            </a:lvl6pPr>
            <a:lvl7pPr algn="ctr" eaLnBrk="1" hangingPunct="1" indent="0" latinLnBrk="0" marL="27432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7pPr>
            <a:lvl8pPr algn="ctr" eaLnBrk="1" hangingPunct="1" indent="0" latinLnBrk="0" marL="32004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8pPr>
            <a:lvl9pPr algn="ctr" eaLnBrk="1" hangingPunct="1" indent="0" latinLnBrk="0" marL="36576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9pPr>
          </a:lstStyle>
          <a:p>
            <a:r>
              <a:rPr b="1" dirty="0" sz="2000" lang="en-IN">
                <a:latin typeface="Times New Roman" panose="02020603050405020304" pitchFamily="18" charset="0"/>
                <a:cs typeface="Times New Roman" panose="02020603050405020304" pitchFamily="18" charset="0"/>
              </a:rPr>
              <a:t>Context: </a:t>
            </a:r>
          </a:p>
          <a:p>
            <a:pPr indent="-285750" marL="313182">
              <a:buClr>
                <a:schemeClr val="tx1"/>
              </a:buClr>
              <a:buFont typeface="Wingdings" panose="05000000000000000000" pitchFamily="2" charset="2"/>
              <a:buChar char="Ø"/>
            </a:pPr>
            <a:r>
              <a:rPr dirty="0" sz="1800" lang="en-IN"/>
              <a:t>Rapid infrastructure development requires safe and durable bridge design.</a:t>
            </a:r>
          </a:p>
          <a:p>
            <a:pPr indent="-285750" marL="313182">
              <a:buClr>
                <a:schemeClr val="tx1"/>
              </a:buClr>
              <a:buFont typeface="Wingdings" panose="05000000000000000000" pitchFamily="2" charset="2"/>
              <a:buChar char="Ø"/>
            </a:pPr>
            <a:r>
              <a:rPr dirty="0" sz="1800" lang="en-IN"/>
              <a:t>Studying local velocity and scour depth improves foundation performance.</a:t>
            </a:r>
          </a:p>
          <a:p>
            <a:pPr indent="-285750" marL="313182">
              <a:buClr>
                <a:schemeClr val="tx1"/>
              </a:buClr>
              <a:buFont typeface="Wingdings" panose="05000000000000000000" pitchFamily="2" charset="2"/>
              <a:buChar char="Ø"/>
            </a:pPr>
            <a:r>
              <a:rPr dirty="0" sz="1800" lang="en-IN"/>
              <a:t>This project focuses on </a:t>
            </a:r>
            <a:r>
              <a:rPr dirty="0" sz="1800" lang="en-IN" err="1"/>
              <a:t>analyzing</a:t>
            </a:r>
            <a:r>
              <a:rPr dirty="0" sz="1800" lang="en-IN"/>
              <a:t> their relationship for better safety.</a:t>
            </a:r>
          </a:p>
          <a:p>
            <a:endParaRPr b="1" dirty="0" sz="180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09" name="Subtitle 2"/>
          <p:cNvSpPr txBox="1"/>
          <p:nvPr/>
        </p:nvSpPr>
        <p:spPr>
          <a:xfrm>
            <a:off x="1981200" y="5943600"/>
            <a:ext cx="6629400" cy="685800"/>
          </a:xfrm>
          <a:prstGeom prst="rect"/>
        </p:spPr>
        <p:txBody>
          <a:bodyPr tIns="0">
            <a:normAutofit/>
          </a:bodyPr>
          <a:lstStyle>
            <a:lvl1pPr algn="l" eaLnBrk="1" hangingPunct="1" indent="0" latinLnBrk="0" marL="27432" rtl="0">
              <a:lnSpc>
                <a:spcPct val="100000"/>
              </a:lnSpc>
              <a:spcBef>
                <a:spcPts val="600"/>
              </a:spcBef>
              <a:buClr>
                <a:schemeClr val="accent1"/>
              </a:buClr>
              <a:buSzPct val="80000"/>
              <a:buFont typeface="Wingdings 2"/>
              <a:buNone/>
              <a:defRPr sz="2600" kern="1200" kumimoji="0">
                <a:solidFill>
                  <a:schemeClr val="tx2">
                    <a:shade val="30000"/>
                    <a:satMod val="150000"/>
                  </a:schemeClr>
                </a:solidFill>
                <a:latin typeface="+mn-lt"/>
                <a:ea typeface="+mn-ea"/>
                <a:cs typeface="+mn-cs"/>
              </a:defRPr>
            </a:lvl1pPr>
            <a:lvl2pPr algn="ctr" eaLnBrk="1" hangingPunct="1" indent="0" latinLnBrk="0" marL="457200" rtl="0">
              <a:lnSpc>
                <a:spcPct val="100000"/>
              </a:lnSpc>
              <a:spcBef>
                <a:spcPts val="550"/>
              </a:spcBef>
              <a:buClr>
                <a:schemeClr val="accent1"/>
              </a:buClr>
              <a:buFont typeface="Verdana"/>
              <a:buNone/>
              <a:defRPr sz="2800" kern="1200" kumimoji="0">
                <a:solidFill>
                  <a:schemeClr val="tx1"/>
                </a:solidFill>
                <a:latin typeface="+mn-lt"/>
                <a:ea typeface="+mn-ea"/>
                <a:cs typeface="+mn-cs"/>
              </a:defRPr>
            </a:lvl2pPr>
            <a:lvl3pPr algn="ctr" eaLnBrk="1" hangingPunct="1" indent="0" latinLnBrk="0" marL="914400" rtl="0">
              <a:lnSpc>
                <a:spcPct val="100000"/>
              </a:lnSpc>
              <a:spcBef>
                <a:spcPct val="20000"/>
              </a:spcBef>
              <a:buClr>
                <a:schemeClr val="accent2"/>
              </a:buClr>
              <a:buFont typeface="Wingdings 2"/>
              <a:buNone/>
              <a:defRPr sz="2400" kern="1200" kumimoji="0">
                <a:solidFill>
                  <a:schemeClr val="tx1"/>
                </a:solidFill>
                <a:latin typeface="+mn-lt"/>
                <a:ea typeface="+mn-ea"/>
                <a:cs typeface="+mn-cs"/>
              </a:defRPr>
            </a:lvl3pPr>
            <a:lvl4pPr algn="ctr" eaLnBrk="1" hangingPunct="1" indent="0" latinLnBrk="0" marL="1371600" rtl="0">
              <a:lnSpc>
                <a:spcPct val="100000"/>
              </a:lnSpc>
              <a:spcBef>
                <a:spcPct val="20000"/>
              </a:spcBef>
              <a:buClr>
                <a:schemeClr val="accent3"/>
              </a:buClr>
              <a:buFont typeface="Wingdings 2"/>
              <a:buNone/>
              <a:defRPr sz="2000" kern="1200" kumimoji="0">
                <a:solidFill>
                  <a:schemeClr val="tx1"/>
                </a:solidFill>
                <a:latin typeface="+mn-lt"/>
                <a:ea typeface="+mn-ea"/>
                <a:cs typeface="+mn-cs"/>
              </a:defRPr>
            </a:lvl4pPr>
            <a:lvl5pPr algn="ctr" eaLnBrk="1" hangingPunct="1" indent="0" latinLnBrk="0" marL="1828800" rtl="0">
              <a:lnSpc>
                <a:spcPct val="100000"/>
              </a:lnSpc>
              <a:spcBef>
                <a:spcPct val="20000"/>
              </a:spcBef>
              <a:buClr>
                <a:schemeClr val="accent4"/>
              </a:buClr>
              <a:buFont typeface="Wingdings 2"/>
              <a:buNone/>
              <a:defRPr sz="2000" kern="1200" kumimoji="0">
                <a:solidFill>
                  <a:schemeClr val="tx1"/>
                </a:solidFill>
                <a:latin typeface="+mn-lt"/>
                <a:ea typeface="+mn-ea"/>
                <a:cs typeface="+mn-cs"/>
              </a:defRPr>
            </a:lvl5pPr>
            <a:lvl6pPr algn="ctr" eaLnBrk="1" hangingPunct="1" indent="0" latinLnBrk="0" marL="2286000" rtl="0">
              <a:lnSpc>
                <a:spcPct val="100000"/>
              </a:lnSpc>
              <a:spcBef>
                <a:spcPct val="20000"/>
              </a:spcBef>
              <a:buClr>
                <a:schemeClr val="accent5"/>
              </a:buClr>
              <a:buFont typeface="Wingdings 2"/>
              <a:buNone/>
              <a:defRPr sz="2000" kern="1200" kumimoji="0">
                <a:solidFill>
                  <a:schemeClr val="tx1"/>
                </a:solidFill>
                <a:latin typeface="+mn-lt"/>
                <a:ea typeface="+mn-ea"/>
                <a:cs typeface="+mn-cs"/>
              </a:defRPr>
            </a:lvl6pPr>
            <a:lvl7pPr algn="ctr" eaLnBrk="1" hangingPunct="1" indent="0" latinLnBrk="0" marL="27432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7pPr>
            <a:lvl8pPr algn="ctr" eaLnBrk="1" hangingPunct="1" indent="0" latinLnBrk="0" marL="32004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8pPr>
            <a:lvl9pPr algn="ctr" eaLnBrk="1" hangingPunct="1" indent="0" latinLnBrk="0" marL="36576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9pPr>
          </a:lstStyle>
          <a:p>
            <a:r>
              <a:rPr b="1" dirty="0" sz="1900" lang="en-US">
                <a:latin typeface="Times New Roman" panose="02020603050405020304" pitchFamily="18" charset="0"/>
                <a:cs typeface="Times New Roman" panose="02020603050405020304" pitchFamily="18" charset="0"/>
              </a:rPr>
              <a:t>Fig. 1</a:t>
            </a:r>
            <a:r>
              <a:rPr b="1" dirty="0" sz="2200" lang="en-US">
                <a:latin typeface="Times New Roman" panose="02020603050405020304" pitchFamily="18" charset="0"/>
                <a:cs typeface="Times New Roman" panose="02020603050405020304" pitchFamily="18" charset="0"/>
              </a:rPr>
              <a:t>: </a:t>
            </a:r>
            <a:r>
              <a:rPr dirty="0" sz="1700" lang="en-IN">
                <a:latin typeface="Times New Roman" panose="02020603050405020304" pitchFamily="18" charset="0"/>
                <a:cs typeface="Times New Roman" panose="02020603050405020304" pitchFamily="18" charset="0"/>
              </a:rPr>
              <a:t>Effect of Scour and Local Flow Fields on Offshore and Bridge Pier Stability</a:t>
            </a:r>
            <a:endParaRPr dirty="0" sz="1700" lang="en-IN">
              <a:solidFill>
                <a:schemeClr val="tx1"/>
              </a:solidFill>
              <a:latin typeface="Times New Roman" panose="02020603050405020304" pitchFamily="18" charset="0"/>
              <a:cs typeface="Times New Roman" panose="02020603050405020304" pitchFamily="18" charset="0"/>
            </a:endParaRPr>
          </a:p>
        </p:txBody>
      </p:sp>
      <p:pic>
        <p:nvPicPr>
          <p:cNvPr id="2097155" name="Picture 11"/>
          <p:cNvPicPr>
            <a:picLocks noChangeAspect="1"/>
          </p:cNvPicPr>
          <p:nvPr/>
        </p:nvPicPr>
        <p:blipFill>
          <a:blip xmlns:r="http://schemas.openxmlformats.org/officeDocument/2006/relationships" r:embed="rId1"/>
          <a:stretch>
            <a:fillRect/>
          </a:stretch>
        </p:blipFill>
        <p:spPr>
          <a:xfrm>
            <a:off x="152400" y="152400"/>
            <a:ext cx="1561556" cy="1407600"/>
          </a:xfrm>
          <a:prstGeom prst="rect"/>
        </p:spPr>
      </p:pic>
      <p:pic>
        <p:nvPicPr>
          <p:cNvPr id="2097156" name="Picture 13"/>
          <p:cNvPicPr>
            <a:picLocks noChangeAspect="1"/>
          </p:cNvPicPr>
          <p:nvPr/>
        </p:nvPicPr>
        <p:blipFill>
          <a:blip xmlns:r="http://schemas.openxmlformats.org/officeDocument/2006/relationships" r:embed="rId2"/>
          <a:stretch>
            <a:fillRect/>
          </a:stretch>
        </p:blipFill>
        <p:spPr>
          <a:xfrm>
            <a:off x="1682783" y="685800"/>
            <a:ext cx="7168304" cy="5181600"/>
          </a:xfrm>
          <a:prstGeom prst="rec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10" name="Title 1"/>
          <p:cNvSpPr>
            <a:spLocks noGrp="1"/>
          </p:cNvSpPr>
          <p:nvPr>
            <p:ph type="ctrTitle"/>
          </p:nvPr>
        </p:nvSpPr>
        <p:spPr>
          <a:xfrm>
            <a:off x="1463452" y="426549"/>
            <a:ext cx="7162800" cy="706902"/>
          </a:xfrm>
        </p:spPr>
        <p:txBody>
          <a:bodyPr>
            <a:noAutofit/>
          </a:bodyPr>
          <a:p>
            <a:r>
              <a:rPr dirty="0" lang="en-US">
                <a:solidFill>
                  <a:srgbClr val="0070C0"/>
                </a:solidFill>
              </a:rPr>
              <a:t>Problem Statement</a:t>
            </a:r>
            <a:endParaRPr dirty="0" lang="en-US"/>
          </a:p>
        </p:txBody>
      </p:sp>
      <p:pic>
        <p:nvPicPr>
          <p:cNvPr id="2097157" name="Picture 3"/>
          <p:cNvPicPr>
            <a:picLocks noChangeAspect="1"/>
          </p:cNvPicPr>
          <p:nvPr/>
        </p:nvPicPr>
        <p:blipFill>
          <a:blip xmlns:r="http://schemas.openxmlformats.org/officeDocument/2006/relationships" r:embed="rId1"/>
          <a:stretch>
            <a:fillRect/>
          </a:stretch>
        </p:blipFill>
        <p:spPr>
          <a:xfrm>
            <a:off x="152400" y="152400"/>
            <a:ext cx="1561556" cy="1407600"/>
          </a:xfrm>
          <a:prstGeom prst="rect"/>
        </p:spPr>
      </p:pic>
      <p:sp>
        <p:nvSpPr>
          <p:cNvPr id="1048611" name="Subtitle 2"/>
          <p:cNvSpPr txBox="1"/>
          <p:nvPr/>
        </p:nvSpPr>
        <p:spPr>
          <a:xfrm>
            <a:off x="1341532" y="1514478"/>
            <a:ext cx="7406640" cy="1407600"/>
          </a:xfrm>
          <a:prstGeom prst="rect"/>
        </p:spPr>
        <p:txBody>
          <a:bodyPr tIns="0">
            <a:normAutofit/>
          </a:bodyPr>
          <a:lstStyle>
            <a:lvl1pPr algn="l" eaLnBrk="1" hangingPunct="1" indent="0" latinLnBrk="0" marL="27432" rtl="0">
              <a:lnSpc>
                <a:spcPct val="100000"/>
              </a:lnSpc>
              <a:spcBef>
                <a:spcPts val="600"/>
              </a:spcBef>
              <a:buClr>
                <a:schemeClr val="accent1"/>
              </a:buClr>
              <a:buSzPct val="80000"/>
              <a:buFont typeface="Wingdings 2"/>
              <a:buNone/>
              <a:defRPr sz="2600" kern="1200" kumimoji="0">
                <a:solidFill>
                  <a:schemeClr val="tx2">
                    <a:shade val="30000"/>
                    <a:satMod val="150000"/>
                  </a:schemeClr>
                </a:solidFill>
                <a:latin typeface="+mn-lt"/>
                <a:ea typeface="+mn-ea"/>
                <a:cs typeface="+mn-cs"/>
              </a:defRPr>
            </a:lvl1pPr>
            <a:lvl2pPr algn="ctr" eaLnBrk="1" hangingPunct="1" indent="0" latinLnBrk="0" marL="457200" rtl="0">
              <a:lnSpc>
                <a:spcPct val="100000"/>
              </a:lnSpc>
              <a:spcBef>
                <a:spcPts val="550"/>
              </a:spcBef>
              <a:buClr>
                <a:schemeClr val="accent1"/>
              </a:buClr>
              <a:buFont typeface="Verdana"/>
              <a:buNone/>
              <a:defRPr sz="2800" kern="1200" kumimoji="0">
                <a:solidFill>
                  <a:schemeClr val="tx1"/>
                </a:solidFill>
                <a:latin typeface="+mn-lt"/>
                <a:ea typeface="+mn-ea"/>
                <a:cs typeface="+mn-cs"/>
              </a:defRPr>
            </a:lvl2pPr>
            <a:lvl3pPr algn="ctr" eaLnBrk="1" hangingPunct="1" indent="0" latinLnBrk="0" marL="914400" rtl="0">
              <a:lnSpc>
                <a:spcPct val="100000"/>
              </a:lnSpc>
              <a:spcBef>
                <a:spcPct val="20000"/>
              </a:spcBef>
              <a:buClr>
                <a:schemeClr val="accent2"/>
              </a:buClr>
              <a:buFont typeface="Wingdings 2"/>
              <a:buNone/>
              <a:defRPr sz="2400" kern="1200" kumimoji="0">
                <a:solidFill>
                  <a:schemeClr val="tx1"/>
                </a:solidFill>
                <a:latin typeface="+mn-lt"/>
                <a:ea typeface="+mn-ea"/>
                <a:cs typeface="+mn-cs"/>
              </a:defRPr>
            </a:lvl3pPr>
            <a:lvl4pPr algn="ctr" eaLnBrk="1" hangingPunct="1" indent="0" latinLnBrk="0" marL="1371600" rtl="0">
              <a:lnSpc>
                <a:spcPct val="100000"/>
              </a:lnSpc>
              <a:spcBef>
                <a:spcPct val="20000"/>
              </a:spcBef>
              <a:buClr>
                <a:schemeClr val="accent3"/>
              </a:buClr>
              <a:buFont typeface="Wingdings 2"/>
              <a:buNone/>
              <a:defRPr sz="2000" kern="1200" kumimoji="0">
                <a:solidFill>
                  <a:schemeClr val="tx1"/>
                </a:solidFill>
                <a:latin typeface="+mn-lt"/>
                <a:ea typeface="+mn-ea"/>
                <a:cs typeface="+mn-cs"/>
              </a:defRPr>
            </a:lvl4pPr>
            <a:lvl5pPr algn="ctr" eaLnBrk="1" hangingPunct="1" indent="0" latinLnBrk="0" marL="1828800" rtl="0">
              <a:lnSpc>
                <a:spcPct val="100000"/>
              </a:lnSpc>
              <a:spcBef>
                <a:spcPct val="20000"/>
              </a:spcBef>
              <a:buClr>
                <a:schemeClr val="accent4"/>
              </a:buClr>
              <a:buFont typeface="Wingdings 2"/>
              <a:buNone/>
              <a:defRPr sz="2000" kern="1200" kumimoji="0">
                <a:solidFill>
                  <a:schemeClr val="tx1"/>
                </a:solidFill>
                <a:latin typeface="+mn-lt"/>
                <a:ea typeface="+mn-ea"/>
                <a:cs typeface="+mn-cs"/>
              </a:defRPr>
            </a:lvl5pPr>
            <a:lvl6pPr algn="ctr" eaLnBrk="1" hangingPunct="1" indent="0" latinLnBrk="0" marL="2286000" rtl="0">
              <a:lnSpc>
                <a:spcPct val="100000"/>
              </a:lnSpc>
              <a:spcBef>
                <a:spcPct val="20000"/>
              </a:spcBef>
              <a:buClr>
                <a:schemeClr val="accent5"/>
              </a:buClr>
              <a:buFont typeface="Wingdings 2"/>
              <a:buNone/>
              <a:defRPr sz="2000" kern="1200" kumimoji="0">
                <a:solidFill>
                  <a:schemeClr val="tx1"/>
                </a:solidFill>
                <a:latin typeface="+mn-lt"/>
                <a:ea typeface="+mn-ea"/>
                <a:cs typeface="+mn-cs"/>
              </a:defRPr>
            </a:lvl6pPr>
            <a:lvl7pPr algn="ctr" eaLnBrk="1" hangingPunct="1" indent="0" latinLnBrk="0" marL="27432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7pPr>
            <a:lvl8pPr algn="ctr" eaLnBrk="1" hangingPunct="1" indent="0" latinLnBrk="0" marL="32004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8pPr>
            <a:lvl9pPr algn="ctr" eaLnBrk="1" hangingPunct="1" indent="0" latinLnBrk="0" marL="36576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9pPr>
          </a:lstStyle>
          <a:p>
            <a:r>
              <a:rPr b="1" dirty="0" sz="2000" lang="en-IN">
                <a:latin typeface="Times New Roman" panose="02020603050405020304" pitchFamily="18" charset="0"/>
                <a:cs typeface="Times New Roman" panose="02020603050405020304" pitchFamily="18" charset="0"/>
              </a:rPr>
              <a:t>Define the Problem: </a:t>
            </a:r>
          </a:p>
          <a:p>
            <a:pPr indent="-342900" marL="370332">
              <a:buClrTx/>
              <a:buFont typeface="Wingdings" panose="05000000000000000000" pitchFamily="2" charset="2"/>
              <a:buChar char="Ø"/>
            </a:pPr>
            <a:r>
              <a:rPr dirty="0" sz="1800" lang="en-IN"/>
              <a:t>Scour reduces the strength of bridge foundations.</a:t>
            </a:r>
          </a:p>
          <a:p>
            <a:pPr indent="-342900" marL="370332">
              <a:buClrTx/>
              <a:buFont typeface="Wingdings" panose="05000000000000000000" pitchFamily="2" charset="2"/>
              <a:buChar char="Ø"/>
            </a:pPr>
            <a:r>
              <a:rPr dirty="0" sz="1800" lang="en-IN"/>
              <a:t>It affects stability of the entire structure.</a:t>
            </a:r>
          </a:p>
          <a:p>
            <a:pPr indent="-342900" marL="370332">
              <a:buClrTx/>
              <a:buFont typeface="Wingdings" panose="05000000000000000000" pitchFamily="2" charset="2"/>
              <a:buChar char="Ø"/>
            </a:pPr>
            <a:r>
              <a:rPr dirty="0" sz="1800" lang="en-IN"/>
              <a:t>Improper design increases failure risk.</a:t>
            </a:r>
            <a:endParaRPr b="1" dirty="0" sz="1800" lang="en-IN">
              <a:latin typeface="Times New Roman" panose="02020603050405020304" pitchFamily="18" charset="0"/>
              <a:cs typeface="Times New Roman" panose="02020603050405020304" pitchFamily="18" charset="0"/>
            </a:endParaRPr>
          </a:p>
        </p:txBody>
      </p:sp>
      <p:sp>
        <p:nvSpPr>
          <p:cNvPr id="1048612" name="Subtitle 2"/>
          <p:cNvSpPr txBox="1"/>
          <p:nvPr/>
        </p:nvSpPr>
        <p:spPr>
          <a:xfrm>
            <a:off x="1341532" y="3117911"/>
            <a:ext cx="7406640" cy="1388515"/>
          </a:xfrm>
          <a:prstGeom prst="rect"/>
        </p:spPr>
        <p:txBody>
          <a:bodyPr tIns="0">
            <a:normAutofit lnSpcReduction="10000"/>
          </a:bodyPr>
          <a:lstStyle>
            <a:lvl1pPr algn="l" eaLnBrk="1" hangingPunct="1" indent="0" latinLnBrk="0" marL="27432" rtl="0">
              <a:lnSpc>
                <a:spcPct val="100000"/>
              </a:lnSpc>
              <a:spcBef>
                <a:spcPts val="600"/>
              </a:spcBef>
              <a:buClr>
                <a:schemeClr val="accent1"/>
              </a:buClr>
              <a:buSzPct val="80000"/>
              <a:buFont typeface="Wingdings 2"/>
              <a:buNone/>
              <a:defRPr sz="2600" kern="1200" kumimoji="0">
                <a:solidFill>
                  <a:schemeClr val="tx2">
                    <a:shade val="30000"/>
                    <a:satMod val="150000"/>
                  </a:schemeClr>
                </a:solidFill>
                <a:latin typeface="+mn-lt"/>
                <a:ea typeface="+mn-ea"/>
                <a:cs typeface="+mn-cs"/>
              </a:defRPr>
            </a:lvl1pPr>
            <a:lvl2pPr algn="ctr" eaLnBrk="1" hangingPunct="1" indent="0" latinLnBrk="0" marL="457200" rtl="0">
              <a:lnSpc>
                <a:spcPct val="100000"/>
              </a:lnSpc>
              <a:spcBef>
                <a:spcPts val="550"/>
              </a:spcBef>
              <a:buClr>
                <a:schemeClr val="accent1"/>
              </a:buClr>
              <a:buFont typeface="Verdana"/>
              <a:buNone/>
              <a:defRPr sz="2800" kern="1200" kumimoji="0">
                <a:solidFill>
                  <a:schemeClr val="tx1"/>
                </a:solidFill>
                <a:latin typeface="+mn-lt"/>
                <a:ea typeface="+mn-ea"/>
                <a:cs typeface="+mn-cs"/>
              </a:defRPr>
            </a:lvl2pPr>
            <a:lvl3pPr algn="ctr" eaLnBrk="1" hangingPunct="1" indent="0" latinLnBrk="0" marL="914400" rtl="0">
              <a:lnSpc>
                <a:spcPct val="100000"/>
              </a:lnSpc>
              <a:spcBef>
                <a:spcPct val="20000"/>
              </a:spcBef>
              <a:buClr>
                <a:schemeClr val="accent2"/>
              </a:buClr>
              <a:buFont typeface="Wingdings 2"/>
              <a:buNone/>
              <a:defRPr sz="2400" kern="1200" kumimoji="0">
                <a:solidFill>
                  <a:schemeClr val="tx1"/>
                </a:solidFill>
                <a:latin typeface="+mn-lt"/>
                <a:ea typeface="+mn-ea"/>
                <a:cs typeface="+mn-cs"/>
              </a:defRPr>
            </a:lvl3pPr>
            <a:lvl4pPr algn="ctr" eaLnBrk="1" hangingPunct="1" indent="0" latinLnBrk="0" marL="1371600" rtl="0">
              <a:lnSpc>
                <a:spcPct val="100000"/>
              </a:lnSpc>
              <a:spcBef>
                <a:spcPct val="20000"/>
              </a:spcBef>
              <a:buClr>
                <a:schemeClr val="accent3"/>
              </a:buClr>
              <a:buFont typeface="Wingdings 2"/>
              <a:buNone/>
              <a:defRPr sz="2000" kern="1200" kumimoji="0">
                <a:solidFill>
                  <a:schemeClr val="tx1"/>
                </a:solidFill>
                <a:latin typeface="+mn-lt"/>
                <a:ea typeface="+mn-ea"/>
                <a:cs typeface="+mn-cs"/>
              </a:defRPr>
            </a:lvl4pPr>
            <a:lvl5pPr algn="ctr" eaLnBrk="1" hangingPunct="1" indent="0" latinLnBrk="0" marL="1828800" rtl="0">
              <a:lnSpc>
                <a:spcPct val="100000"/>
              </a:lnSpc>
              <a:spcBef>
                <a:spcPct val="20000"/>
              </a:spcBef>
              <a:buClr>
                <a:schemeClr val="accent4"/>
              </a:buClr>
              <a:buFont typeface="Wingdings 2"/>
              <a:buNone/>
              <a:defRPr sz="2000" kern="1200" kumimoji="0">
                <a:solidFill>
                  <a:schemeClr val="tx1"/>
                </a:solidFill>
                <a:latin typeface="+mn-lt"/>
                <a:ea typeface="+mn-ea"/>
                <a:cs typeface="+mn-cs"/>
              </a:defRPr>
            </a:lvl5pPr>
            <a:lvl6pPr algn="ctr" eaLnBrk="1" hangingPunct="1" indent="0" latinLnBrk="0" marL="2286000" rtl="0">
              <a:lnSpc>
                <a:spcPct val="100000"/>
              </a:lnSpc>
              <a:spcBef>
                <a:spcPct val="20000"/>
              </a:spcBef>
              <a:buClr>
                <a:schemeClr val="accent5"/>
              </a:buClr>
              <a:buFont typeface="Wingdings 2"/>
              <a:buNone/>
              <a:defRPr sz="2000" kern="1200" kumimoji="0">
                <a:solidFill>
                  <a:schemeClr val="tx1"/>
                </a:solidFill>
                <a:latin typeface="+mn-lt"/>
                <a:ea typeface="+mn-ea"/>
                <a:cs typeface="+mn-cs"/>
              </a:defRPr>
            </a:lvl6pPr>
            <a:lvl7pPr algn="ctr" eaLnBrk="1" hangingPunct="1" indent="0" latinLnBrk="0" marL="27432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7pPr>
            <a:lvl8pPr algn="ctr" eaLnBrk="1" hangingPunct="1" indent="0" latinLnBrk="0" marL="32004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8pPr>
            <a:lvl9pPr algn="ctr" eaLnBrk="1" hangingPunct="1" indent="0" latinLnBrk="0" marL="36576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9pPr>
          </a:lstStyle>
          <a:p>
            <a:r>
              <a:rPr b="1" dirty="0" sz="2000" lang="en-IN">
                <a:latin typeface="Times New Roman" panose="02020603050405020304" pitchFamily="18" charset="0"/>
                <a:cs typeface="Times New Roman" panose="02020603050405020304" pitchFamily="18" charset="0"/>
              </a:rPr>
              <a:t>Why it matters: </a:t>
            </a:r>
          </a:p>
          <a:p>
            <a:pPr indent="-285750" marL="313182">
              <a:buClr>
                <a:schemeClr val="tx1"/>
              </a:buClr>
              <a:buFont typeface="Wingdings" panose="05000000000000000000" pitchFamily="2" charset="2"/>
              <a:buChar char="Ø"/>
            </a:pPr>
            <a:r>
              <a:rPr dirty="0" sz="1800" lang="en-IN"/>
              <a:t>Can cause bridge collapse and accidents.</a:t>
            </a:r>
          </a:p>
          <a:p>
            <a:pPr indent="-285750" marL="313182">
              <a:buClr>
                <a:schemeClr val="tx1"/>
              </a:buClr>
              <a:buFont typeface="Wingdings" panose="05000000000000000000" pitchFamily="2" charset="2"/>
              <a:buChar char="Ø"/>
            </a:pPr>
            <a:r>
              <a:rPr dirty="0" sz="1800" lang="en-IN"/>
              <a:t>Leads to economic loss and safety issues.</a:t>
            </a:r>
          </a:p>
          <a:p>
            <a:pPr indent="-285750" marL="313182">
              <a:buClr>
                <a:schemeClr val="tx1"/>
              </a:buClr>
              <a:buFont typeface="Wingdings" panose="05000000000000000000" pitchFamily="2" charset="2"/>
              <a:buChar char="Ø"/>
            </a:pPr>
            <a:r>
              <a:rPr dirty="0" sz="1800" lang="en-IN"/>
              <a:t>Affects long-term durability of structures</a:t>
            </a:r>
          </a:p>
          <a:p>
            <a:pPr>
              <a:buClr>
                <a:schemeClr val="tx1"/>
              </a:buClr>
            </a:pPr>
            <a:endParaRPr dirty="0" sz="1800" lang="en-US">
              <a:solidFill>
                <a:schemeClr val="tx1"/>
              </a:solidFill>
              <a:latin typeface="Times New Roman" panose="02020603050405020304" pitchFamily="18" charset="0"/>
              <a:cs typeface="Times New Roman" panose="02020603050405020304" pitchFamily="18" charset="0"/>
            </a:endParaRPr>
          </a:p>
        </p:txBody>
      </p:sp>
      <p:sp>
        <p:nvSpPr>
          <p:cNvPr id="1048613" name="Subtitle 2"/>
          <p:cNvSpPr txBox="1"/>
          <p:nvPr/>
        </p:nvSpPr>
        <p:spPr>
          <a:xfrm>
            <a:off x="1341532" y="4506426"/>
            <a:ext cx="7406640" cy="1589573"/>
          </a:xfrm>
          <a:prstGeom prst="rect"/>
        </p:spPr>
        <p:txBody>
          <a:bodyPr tIns="0">
            <a:normAutofit/>
          </a:bodyPr>
          <a:lstStyle>
            <a:lvl1pPr algn="l" eaLnBrk="1" hangingPunct="1" indent="0" latinLnBrk="0" marL="27432" rtl="0">
              <a:lnSpc>
                <a:spcPct val="100000"/>
              </a:lnSpc>
              <a:spcBef>
                <a:spcPts val="600"/>
              </a:spcBef>
              <a:buClr>
                <a:schemeClr val="accent1"/>
              </a:buClr>
              <a:buSzPct val="80000"/>
              <a:buFont typeface="Wingdings 2"/>
              <a:buNone/>
              <a:defRPr sz="2600" kern="1200" kumimoji="0">
                <a:solidFill>
                  <a:schemeClr val="tx2">
                    <a:shade val="30000"/>
                    <a:satMod val="150000"/>
                  </a:schemeClr>
                </a:solidFill>
                <a:latin typeface="+mn-lt"/>
                <a:ea typeface="+mn-ea"/>
                <a:cs typeface="+mn-cs"/>
              </a:defRPr>
            </a:lvl1pPr>
            <a:lvl2pPr algn="ctr" eaLnBrk="1" hangingPunct="1" indent="0" latinLnBrk="0" marL="457200" rtl="0">
              <a:lnSpc>
                <a:spcPct val="100000"/>
              </a:lnSpc>
              <a:spcBef>
                <a:spcPts val="550"/>
              </a:spcBef>
              <a:buClr>
                <a:schemeClr val="accent1"/>
              </a:buClr>
              <a:buFont typeface="Verdana"/>
              <a:buNone/>
              <a:defRPr sz="2800" kern="1200" kumimoji="0">
                <a:solidFill>
                  <a:schemeClr val="tx1"/>
                </a:solidFill>
                <a:latin typeface="+mn-lt"/>
                <a:ea typeface="+mn-ea"/>
                <a:cs typeface="+mn-cs"/>
              </a:defRPr>
            </a:lvl2pPr>
            <a:lvl3pPr algn="ctr" eaLnBrk="1" hangingPunct="1" indent="0" latinLnBrk="0" marL="914400" rtl="0">
              <a:lnSpc>
                <a:spcPct val="100000"/>
              </a:lnSpc>
              <a:spcBef>
                <a:spcPct val="20000"/>
              </a:spcBef>
              <a:buClr>
                <a:schemeClr val="accent2"/>
              </a:buClr>
              <a:buFont typeface="Wingdings 2"/>
              <a:buNone/>
              <a:defRPr sz="2400" kern="1200" kumimoji="0">
                <a:solidFill>
                  <a:schemeClr val="tx1"/>
                </a:solidFill>
                <a:latin typeface="+mn-lt"/>
                <a:ea typeface="+mn-ea"/>
                <a:cs typeface="+mn-cs"/>
              </a:defRPr>
            </a:lvl3pPr>
            <a:lvl4pPr algn="ctr" eaLnBrk="1" hangingPunct="1" indent="0" latinLnBrk="0" marL="1371600" rtl="0">
              <a:lnSpc>
                <a:spcPct val="100000"/>
              </a:lnSpc>
              <a:spcBef>
                <a:spcPct val="20000"/>
              </a:spcBef>
              <a:buClr>
                <a:schemeClr val="accent3"/>
              </a:buClr>
              <a:buFont typeface="Wingdings 2"/>
              <a:buNone/>
              <a:defRPr sz="2000" kern="1200" kumimoji="0">
                <a:solidFill>
                  <a:schemeClr val="tx1"/>
                </a:solidFill>
                <a:latin typeface="+mn-lt"/>
                <a:ea typeface="+mn-ea"/>
                <a:cs typeface="+mn-cs"/>
              </a:defRPr>
            </a:lvl4pPr>
            <a:lvl5pPr algn="ctr" eaLnBrk="1" hangingPunct="1" indent="0" latinLnBrk="0" marL="1828800" rtl="0">
              <a:lnSpc>
                <a:spcPct val="100000"/>
              </a:lnSpc>
              <a:spcBef>
                <a:spcPct val="20000"/>
              </a:spcBef>
              <a:buClr>
                <a:schemeClr val="accent4"/>
              </a:buClr>
              <a:buFont typeface="Wingdings 2"/>
              <a:buNone/>
              <a:defRPr sz="2000" kern="1200" kumimoji="0">
                <a:solidFill>
                  <a:schemeClr val="tx1"/>
                </a:solidFill>
                <a:latin typeface="+mn-lt"/>
                <a:ea typeface="+mn-ea"/>
                <a:cs typeface="+mn-cs"/>
              </a:defRPr>
            </a:lvl5pPr>
            <a:lvl6pPr algn="ctr" eaLnBrk="1" hangingPunct="1" indent="0" latinLnBrk="0" marL="2286000" rtl="0">
              <a:lnSpc>
                <a:spcPct val="100000"/>
              </a:lnSpc>
              <a:spcBef>
                <a:spcPct val="20000"/>
              </a:spcBef>
              <a:buClr>
                <a:schemeClr val="accent5"/>
              </a:buClr>
              <a:buFont typeface="Wingdings 2"/>
              <a:buNone/>
              <a:defRPr sz="2000" kern="1200" kumimoji="0">
                <a:solidFill>
                  <a:schemeClr val="tx1"/>
                </a:solidFill>
                <a:latin typeface="+mn-lt"/>
                <a:ea typeface="+mn-ea"/>
                <a:cs typeface="+mn-cs"/>
              </a:defRPr>
            </a:lvl6pPr>
            <a:lvl7pPr algn="ctr" eaLnBrk="1" hangingPunct="1" indent="0" latinLnBrk="0" marL="27432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7pPr>
            <a:lvl8pPr algn="ctr" eaLnBrk="1" hangingPunct="1" indent="0" latinLnBrk="0" marL="32004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8pPr>
            <a:lvl9pPr algn="ctr" eaLnBrk="1" hangingPunct="1" indent="0" latinLnBrk="0" marL="36576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9pPr>
          </a:lstStyle>
          <a:p>
            <a:r>
              <a:rPr b="1" dirty="0" sz="2000" lang="en-IN">
                <a:latin typeface="Times New Roman" panose="02020603050405020304" pitchFamily="18" charset="0"/>
                <a:cs typeface="Times New Roman" panose="02020603050405020304" pitchFamily="18" charset="0"/>
              </a:rPr>
              <a:t>Current Gap: </a:t>
            </a:r>
          </a:p>
          <a:p>
            <a:pPr indent="-342900" marL="370332">
              <a:buClr>
                <a:schemeClr val="tx1"/>
              </a:buClr>
              <a:buFont typeface="Wingdings" panose="05000000000000000000" pitchFamily="2" charset="2"/>
              <a:buChar char="Ø"/>
            </a:pPr>
            <a:r>
              <a:rPr dirty="0" sz="2000" lang="en-IN"/>
              <a:t>Limited research on combined effect of parameters.</a:t>
            </a:r>
          </a:p>
          <a:p>
            <a:pPr indent="-342900" marL="370332">
              <a:buClr>
                <a:schemeClr val="tx1"/>
              </a:buClr>
              <a:buFont typeface="Wingdings" panose="05000000000000000000" pitchFamily="2" charset="2"/>
              <a:buChar char="Ø"/>
            </a:pPr>
            <a:r>
              <a:rPr dirty="0" sz="2000" lang="en-IN"/>
              <a:t>Lack of accurate prediction models.</a:t>
            </a:r>
          </a:p>
          <a:p>
            <a:pPr indent="-342900" marL="370332">
              <a:buClr>
                <a:schemeClr val="tx1"/>
              </a:buClr>
              <a:buFont typeface="Wingdings" panose="05000000000000000000" pitchFamily="2" charset="2"/>
              <a:buChar char="Ø"/>
            </a:pPr>
            <a:r>
              <a:rPr dirty="0" sz="2000" lang="en-IN"/>
              <a:t>Need for detailed analysis of velocity and scour.</a:t>
            </a:r>
            <a:endParaRPr dirty="0" sz="200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14" name="Title 1"/>
          <p:cNvSpPr>
            <a:spLocks noGrp="1"/>
          </p:cNvSpPr>
          <p:nvPr>
            <p:ph type="ctrTitle"/>
          </p:nvPr>
        </p:nvSpPr>
        <p:spPr>
          <a:xfrm>
            <a:off x="1463452" y="426549"/>
            <a:ext cx="7162800" cy="706902"/>
          </a:xfrm>
        </p:spPr>
        <p:txBody>
          <a:bodyPr>
            <a:noAutofit/>
          </a:bodyPr>
          <a:p>
            <a:r>
              <a:rPr dirty="0" lang="en-US">
                <a:solidFill>
                  <a:srgbClr val="0070C0"/>
                </a:solidFill>
                <a:latin typeface="Times New Roman" panose="02020603050405020304" pitchFamily="18" charset="0"/>
                <a:cs typeface="Times New Roman" panose="02020603050405020304" pitchFamily="18" charset="0"/>
              </a:rPr>
              <a:t>Objectives</a:t>
            </a:r>
            <a:endParaRPr dirty="0" lang="en-US">
              <a:latin typeface="Times New Roman" panose="02020603050405020304" pitchFamily="18" charset="0"/>
              <a:cs typeface="Times New Roman" panose="02020603050405020304" pitchFamily="18" charset="0"/>
            </a:endParaRPr>
          </a:p>
        </p:txBody>
      </p:sp>
      <p:sp>
        <p:nvSpPr>
          <p:cNvPr id="1048615" name="Subtitle 2"/>
          <p:cNvSpPr>
            <a:spLocks noGrp="1"/>
          </p:cNvSpPr>
          <p:nvPr>
            <p:ph type="subTitle" idx="1"/>
          </p:nvPr>
        </p:nvSpPr>
        <p:spPr>
          <a:xfrm>
            <a:off x="1325048" y="1600200"/>
            <a:ext cx="7832948" cy="3164400"/>
          </a:xfrm>
        </p:spPr>
        <p:txBody>
          <a:bodyPr>
            <a:normAutofit/>
          </a:bodyPr>
          <a:p>
            <a:r>
              <a:rPr b="1" dirty="0" lang="en-US">
                <a:latin typeface="Times New Roman" panose="02020603050405020304" pitchFamily="18" charset="0"/>
                <a:cs typeface="Times New Roman" panose="02020603050405020304" pitchFamily="18" charset="0"/>
              </a:rPr>
              <a:t>Objective 1</a:t>
            </a:r>
            <a:r>
              <a:rPr b="1" dirty="0" sz="2800" lang="en-US">
                <a:latin typeface="Times New Roman" panose="02020603050405020304" pitchFamily="18" charset="0"/>
                <a:cs typeface="Times New Roman" panose="02020603050405020304" pitchFamily="18" charset="0"/>
              </a:rPr>
              <a:t>:</a:t>
            </a:r>
            <a:r>
              <a:rPr dirty="0" lang="en-IN"/>
              <a:t>To study the scour depth around bridge piers under flowing water conditions.</a:t>
            </a:r>
          </a:p>
          <a:p>
            <a:endParaRPr dirty="0" lang="en-US">
              <a:latin typeface="Times New Roman" panose="02020603050405020304" pitchFamily="18" charset="0"/>
              <a:cs typeface="Times New Roman" panose="02020603050405020304" pitchFamily="18" charset="0"/>
            </a:endParaRPr>
          </a:p>
          <a:p>
            <a:r>
              <a:rPr b="1" dirty="0" lang="en-US">
                <a:latin typeface="Times New Roman" panose="02020603050405020304" pitchFamily="18" charset="0"/>
                <a:cs typeface="Times New Roman" panose="02020603050405020304" pitchFamily="18" charset="0"/>
              </a:rPr>
              <a:t>Objective 2:</a:t>
            </a:r>
            <a:r>
              <a:rPr dirty="0" lang="en-IN"/>
              <a:t>To </a:t>
            </a:r>
            <a:r>
              <a:rPr dirty="0" lang="en-IN" err="1"/>
              <a:t>analyze</a:t>
            </a:r>
            <a:r>
              <a:rPr dirty="0" lang="en-IN"/>
              <a:t> the effect of local velocity on soil erosion and scour formation.</a:t>
            </a:r>
          </a:p>
          <a:p>
            <a:endParaRPr dirty="0" lang="en-US">
              <a:latin typeface="Times New Roman" panose="02020603050405020304" pitchFamily="18" charset="0"/>
              <a:cs typeface="Times New Roman" panose="02020603050405020304" pitchFamily="18" charset="0"/>
            </a:endParaRPr>
          </a:p>
          <a:p>
            <a:r>
              <a:rPr b="1" dirty="0" lang="en-US">
                <a:latin typeface="Times New Roman" panose="02020603050405020304" pitchFamily="18" charset="0"/>
                <a:cs typeface="Times New Roman" panose="02020603050405020304" pitchFamily="18" charset="0"/>
              </a:rPr>
              <a:t>Objective 3:</a:t>
            </a:r>
            <a:r>
              <a:rPr dirty="0" lang="en-IN"/>
              <a:t>To improve the safety and design efficiency of bridge foundations.</a:t>
            </a:r>
            <a:endParaRPr dirty="0" lang="en-US">
              <a:latin typeface="Times New Roman" panose="02020603050405020304" pitchFamily="18" charset="0"/>
              <a:cs typeface="Times New Roman" panose="02020603050405020304" pitchFamily="18" charset="0"/>
            </a:endParaRPr>
          </a:p>
        </p:txBody>
      </p:sp>
      <p:pic>
        <p:nvPicPr>
          <p:cNvPr id="2097158" name="Picture 3"/>
          <p:cNvPicPr>
            <a:picLocks noChangeAspect="1"/>
          </p:cNvPicPr>
          <p:nvPr/>
        </p:nvPicPr>
        <p:blipFill>
          <a:blip xmlns:r="http://schemas.openxmlformats.org/officeDocument/2006/relationships" r:embed="rId1"/>
          <a:stretch>
            <a:fillRect/>
          </a:stretch>
        </p:blipFill>
        <p:spPr>
          <a:xfrm>
            <a:off x="152400" y="152400"/>
            <a:ext cx="1561556" cy="1407600"/>
          </a:xfrm>
          <a:prstGeom prst="rec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16" name="Title 1"/>
          <p:cNvSpPr>
            <a:spLocks noGrp="1"/>
          </p:cNvSpPr>
          <p:nvPr>
            <p:ph type="ctrTitle"/>
          </p:nvPr>
        </p:nvSpPr>
        <p:spPr>
          <a:xfrm>
            <a:off x="1447799" y="336848"/>
            <a:ext cx="7162800" cy="706902"/>
          </a:xfrm>
        </p:spPr>
        <p:txBody>
          <a:bodyPr>
            <a:noAutofit/>
          </a:bodyPr>
          <a:p>
            <a:r>
              <a:rPr dirty="0" lang="en-US">
                <a:solidFill>
                  <a:srgbClr val="0070C0"/>
                </a:solidFill>
                <a:latin typeface="Times New Roman" panose="02020603050405020304" pitchFamily="18" charset="0"/>
                <a:cs typeface="Times New Roman" panose="02020603050405020304" pitchFamily="18" charset="0"/>
              </a:rPr>
              <a:t>Literature Survey</a:t>
            </a:r>
            <a:endParaRPr dirty="0" lang="en-US">
              <a:latin typeface="Times New Roman" panose="02020603050405020304" pitchFamily="18" charset="0"/>
              <a:cs typeface="Times New Roman" panose="02020603050405020304" pitchFamily="18" charset="0"/>
            </a:endParaRPr>
          </a:p>
        </p:txBody>
      </p:sp>
      <p:pic>
        <p:nvPicPr>
          <p:cNvPr id="2097159" name="Picture 3"/>
          <p:cNvPicPr>
            <a:picLocks noChangeAspect="1"/>
          </p:cNvPicPr>
          <p:nvPr/>
        </p:nvPicPr>
        <p:blipFill>
          <a:blip xmlns:r="http://schemas.openxmlformats.org/officeDocument/2006/relationships" r:embed="rId1"/>
          <a:stretch>
            <a:fillRect/>
          </a:stretch>
        </p:blipFill>
        <p:spPr>
          <a:xfrm>
            <a:off x="183503" y="37156"/>
            <a:ext cx="1561556" cy="1407600"/>
          </a:xfrm>
          <a:prstGeom prst="rect"/>
        </p:spPr>
      </p:pic>
      <p:graphicFrame>
        <p:nvGraphicFramePr>
          <p:cNvPr id="4194304" name="Table 7"/>
          <p:cNvGraphicFramePr>
            <a:graphicFrameLocks noGrp="1"/>
          </p:cNvGraphicFramePr>
          <p:nvPr/>
        </p:nvGraphicFramePr>
        <p:xfrm>
          <a:off x="1066800" y="1343442"/>
          <a:ext cx="7924799" cy="5255144"/>
        </p:xfrm>
        <a:graphic>
          <a:graphicData uri="http://schemas.openxmlformats.org/drawingml/2006/table">
            <a:tbl>
              <a:tblPr/>
              <a:tblGrid>
                <a:gridCol w="1143000"/>
                <a:gridCol w="838200"/>
                <a:gridCol w="1981200"/>
                <a:gridCol w="1828800"/>
                <a:gridCol w="2133599"/>
              </a:tblGrid>
              <a:tr h="233240">
                <a:tc>
                  <a:txBody>
                    <a:bodyPr/>
                    <a:p>
                      <a:pPr algn="ctr">
                        <a:buNone/>
                      </a:pPr>
                      <a:r>
                        <a:rPr b="1" dirty="0" sz="1600" lang="en-US">
                          <a:latin typeface="Times New Roman" panose="02020603050405020304" pitchFamily="18" charset="0"/>
                          <a:cs typeface="Times New Roman" panose="02020603050405020304" pitchFamily="18" charset="0"/>
                        </a:rPr>
                        <a:t>Author</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b="1" dirty="0" sz="1600" lang="en-US">
                          <a:latin typeface="Times New Roman" panose="02020603050405020304" pitchFamily="18" charset="0"/>
                          <a:cs typeface="Times New Roman" panose="02020603050405020304" pitchFamily="18" charset="0"/>
                        </a:rPr>
                        <a:t>Year</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b="1" dirty="0" sz="1600" lang="en-US">
                          <a:latin typeface="Times New Roman" panose="02020603050405020304" pitchFamily="18" charset="0"/>
                          <a:cs typeface="Times New Roman" panose="02020603050405020304" pitchFamily="18" charset="0"/>
                        </a:rPr>
                        <a:t>Journal / Source</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b="1" dirty="0" sz="1600" lang="en-US">
                          <a:latin typeface="Times New Roman" panose="02020603050405020304" pitchFamily="18" charset="0"/>
                          <a:cs typeface="Times New Roman" panose="02020603050405020304" pitchFamily="18" charset="0"/>
                        </a:rPr>
                        <a:t>Study Focus</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b="1" dirty="0" sz="1600" lang="en-US">
                          <a:latin typeface="Times New Roman" panose="02020603050405020304" pitchFamily="18" charset="0"/>
                          <a:cs typeface="Times New Roman" panose="02020603050405020304" pitchFamily="18" charset="0"/>
                        </a:rPr>
                        <a:t>Key Findings</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436499">
                <a:tc>
                  <a:txBody>
                    <a:bodyPr/>
                    <a:p>
                      <a:pPr algn="ctr">
                        <a:buNone/>
                      </a:pPr>
                      <a:r>
                        <a:rPr dirty="0" sz="1400" lang="en-IN"/>
                        <a:t>Melville, B.W.</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dirty="0" sz="1400" lang="en-US">
                          <a:latin typeface="Times New Roman" panose="02020603050405020304" pitchFamily="18" charset="0"/>
                          <a:cs typeface="Times New Roman" panose="02020603050405020304" pitchFamily="18" charset="0"/>
                        </a:rPr>
                        <a:t>1997</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dirty="0" sz="1400" lang="en-IN"/>
                        <a:t>Journal of Hydraulic </a:t>
                      </a:r>
                      <a:r>
                        <a:rPr dirty="0" sz="1400" lang="en-IN" err="1"/>
                        <a:t>Endineering</a:t>
                      </a:r>
                      <a:endParaRPr dirty="0" sz="1400"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dirty="0" sz="1400" lang="en-IN"/>
                        <a:t>Bridge pier scour analysis</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just">
                        <a:buNone/>
                      </a:pPr>
                      <a:r>
                        <a:rPr dirty="0" sz="1400" lang="en-IN"/>
                        <a:t>Developed equations to predict local scour depth around piers.</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834869">
                <a:tc>
                  <a:txBody>
                    <a:bodyPr/>
                    <a:p>
                      <a:pPr algn="ctr">
                        <a:buNone/>
                      </a:pPr>
                      <a:r>
                        <a:rPr b="0" dirty="0" sz="1400" lang="en-IN"/>
                        <a:t>Richardson, E.V.</a:t>
                      </a:r>
                      <a:endParaRPr b="0"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dirty="0" sz="1400" lang="en-US">
                          <a:latin typeface="Times New Roman" panose="02020603050405020304" pitchFamily="18" charset="0"/>
                          <a:cs typeface="Times New Roman" panose="02020603050405020304" pitchFamily="18" charset="0"/>
                        </a:rPr>
                        <a:t>2001</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dirty="0" sz="1400" lang="en-IN"/>
                        <a:t>Hydraulic Engineering Circular</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dirty="0" sz="1400" lang="en-IN"/>
                        <a:t>Scour at bridge foundations</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just">
                        <a:buNone/>
                      </a:pPr>
                      <a:r>
                        <a:rPr dirty="0" sz="1400" lang="en-IN"/>
                        <a:t>Identified scour as a major cause of bridge failure worldwide.</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834869">
                <a:tc>
                  <a:txBody>
                    <a:bodyPr/>
                    <a:p>
                      <a:pPr algn="ctr">
                        <a:buNone/>
                      </a:pPr>
                      <a:r>
                        <a:rPr dirty="0" sz="1400" lang="en-IN" err="1"/>
                        <a:t>Raudkivi</a:t>
                      </a:r>
                      <a:r>
                        <a:rPr dirty="0" sz="1400" lang="en-IN"/>
                        <a:t>, A.J.</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dirty="0" sz="1400" lang="en-US">
                          <a:latin typeface="Times New Roman" panose="02020603050405020304" pitchFamily="18" charset="0"/>
                          <a:cs typeface="Times New Roman" panose="02020603050405020304" pitchFamily="18" charset="0"/>
                        </a:rPr>
                        <a:t>1986</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dirty="0" sz="1400" lang="en-IN"/>
                        <a:t>Journal of Hydraulic Research</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dirty="0" sz="1400" lang="en-IN"/>
                        <a:t>Flow pattern around piers</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just">
                        <a:buNone/>
                      </a:pPr>
                      <a:r>
                        <a:rPr dirty="0" sz="1400" lang="en-IN"/>
                        <a:t>Found that vortices increase erosion near pier base.</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834869">
                <a:tc>
                  <a:txBody>
                    <a:bodyPr/>
                    <a:p>
                      <a:pPr algn="ctr">
                        <a:buNone/>
                      </a:pPr>
                      <a:r>
                        <a:rPr dirty="0" sz="1400" lang="en-IN"/>
                        <a:t>Chiew, Y.M.</a:t>
                      </a:r>
                      <a:r>
                        <a:rPr dirty="0" sz="1400" lang="en-US">
                          <a:latin typeface="Times New Roman" panose="02020603050405020304" pitchFamily="18" charset="0"/>
                          <a:cs typeface="Times New Roman" panose="02020603050405020304" pitchFamily="18" charset="0"/>
                        </a:rPr>
                        <a:t>.</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dirty="0" sz="1400" lang="en-US">
                          <a:latin typeface="Times New Roman" panose="02020603050405020304" pitchFamily="18" charset="0"/>
                          <a:cs typeface="Times New Roman" panose="02020603050405020304" pitchFamily="18" charset="0"/>
                        </a:rPr>
                        <a:t>1992</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dirty="0" sz="1400" lang="en-IN"/>
                        <a:t>Journal of Hydraulic Engineering</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dirty="0" sz="1400" lang="en-IN"/>
                        <a:t>Clear-water scour study</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dirty="0" sz="1400" lang="en-IN"/>
                        <a:t>Showed that velocity strongly affects scour depth 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035412">
                <a:tc>
                  <a:txBody>
                    <a:bodyPr/>
                    <a:p>
                      <a:pPr algn="ctr">
                        <a:buNone/>
                      </a:pPr>
                      <a:r>
                        <a:rPr dirty="0" sz="1400" lang="en-IN"/>
                        <a:t>Dey, S.</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dirty="0" sz="1400" lang="en-US">
                          <a:latin typeface="Times New Roman" panose="02020603050405020304" pitchFamily="18" charset="0"/>
                          <a:cs typeface="Times New Roman" panose="02020603050405020304" pitchFamily="18" charset="0"/>
                        </a:rPr>
                        <a:t>2014</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dirty="0" sz="1400" lang="en-IN"/>
                        <a:t>Advances in Water Resources</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ctr">
                        <a:buNone/>
                      </a:pPr>
                      <a:r>
                        <a:rPr dirty="0" sz="1400" lang="en-IN"/>
                        <a:t>Sediment transport &amp; scour</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lgn="just">
                        <a:buNone/>
                      </a:pPr>
                      <a:r>
                        <a:rPr dirty="0" sz="1400" lang="en-IN"/>
                        <a:t>Provided advanced models for predicting scour under different conditions.</a:t>
                      </a:r>
                      <a:endParaRPr dirty="0" sz="1400" lang="en-US">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17" name="Title 1"/>
          <p:cNvSpPr>
            <a:spLocks noGrp="1"/>
          </p:cNvSpPr>
          <p:nvPr>
            <p:ph type="ctrTitle"/>
          </p:nvPr>
        </p:nvSpPr>
        <p:spPr>
          <a:xfrm>
            <a:off x="1463452" y="426548"/>
            <a:ext cx="7832948" cy="1326051"/>
          </a:xfrm>
        </p:spPr>
        <p:txBody>
          <a:bodyPr>
            <a:noAutofit/>
          </a:bodyPr>
          <a:p>
            <a:br>
              <a:rPr dirty="0" lang="en-US">
                <a:solidFill>
                  <a:srgbClr val="0070C0"/>
                </a:solidFill>
                <a:latin typeface="Times New Roman" panose="02020603050405020304" pitchFamily="18" charset="0"/>
                <a:cs typeface="Times New Roman" panose="02020603050405020304" pitchFamily="18" charset="0"/>
              </a:rPr>
            </a:br>
            <a:r>
              <a:rPr dirty="0" lang="en-US">
                <a:solidFill>
                  <a:srgbClr val="0070C0"/>
                </a:solidFill>
                <a:latin typeface="Times New Roman" panose="02020603050405020304" pitchFamily="18" charset="0"/>
                <a:cs typeface="Times New Roman" panose="02020603050405020304" pitchFamily="18" charset="0"/>
              </a:rPr>
              <a:t>Proposed Solution / Methodology</a:t>
            </a:r>
            <a:br>
              <a:rPr dirty="0" sz="4400" lang="en-US">
                <a:solidFill>
                  <a:schemeClr val="tx2">
                    <a:lumMod val="75000"/>
                  </a:schemeClr>
                </a:solidFill>
                <a:latin typeface="Times New Roman" panose="02020603050405020304" pitchFamily="18" charset="0"/>
                <a:cs typeface="Times New Roman" panose="02020603050405020304" pitchFamily="18" charset="0"/>
              </a:rPr>
            </a:br>
            <a:endParaRPr dirty="0" lang="en-US">
              <a:latin typeface="Times New Roman" panose="02020603050405020304" pitchFamily="18" charset="0"/>
              <a:cs typeface="Times New Roman" panose="02020603050405020304" pitchFamily="18" charset="0"/>
            </a:endParaRPr>
          </a:p>
        </p:txBody>
      </p:sp>
      <p:pic>
        <p:nvPicPr>
          <p:cNvPr id="2097160" name="Picture 3"/>
          <p:cNvPicPr>
            <a:picLocks noChangeAspect="1"/>
          </p:cNvPicPr>
          <p:nvPr/>
        </p:nvPicPr>
        <p:blipFill>
          <a:blip xmlns:r="http://schemas.openxmlformats.org/officeDocument/2006/relationships" r:embed="rId1"/>
          <a:stretch>
            <a:fillRect/>
          </a:stretch>
        </p:blipFill>
        <p:spPr>
          <a:xfrm>
            <a:off x="152400" y="152400"/>
            <a:ext cx="1561556" cy="1407600"/>
          </a:xfrm>
          <a:prstGeom prst="rect"/>
        </p:spPr>
      </p:pic>
      <p:sp>
        <p:nvSpPr>
          <p:cNvPr id="1048618" name="Subtitle 2"/>
          <p:cNvSpPr txBox="1"/>
          <p:nvPr/>
        </p:nvSpPr>
        <p:spPr>
          <a:xfrm>
            <a:off x="1219200" y="1560000"/>
            <a:ext cx="7832948" cy="5145600"/>
          </a:xfrm>
          <a:prstGeom prst="rect"/>
        </p:spPr>
        <p:txBody>
          <a:bodyPr tIns="0">
            <a:normAutofit/>
          </a:bodyPr>
          <a:lstStyle>
            <a:lvl1pPr algn="l" eaLnBrk="1" hangingPunct="1" indent="0" latinLnBrk="0" marL="27432" rtl="0">
              <a:lnSpc>
                <a:spcPct val="100000"/>
              </a:lnSpc>
              <a:spcBef>
                <a:spcPts val="600"/>
              </a:spcBef>
              <a:buClr>
                <a:schemeClr val="accent1"/>
              </a:buClr>
              <a:buSzPct val="80000"/>
              <a:buFont typeface="Wingdings 2"/>
              <a:buNone/>
              <a:defRPr sz="2600" kern="1200" kumimoji="0">
                <a:solidFill>
                  <a:schemeClr val="tx2">
                    <a:shade val="30000"/>
                    <a:satMod val="150000"/>
                  </a:schemeClr>
                </a:solidFill>
                <a:latin typeface="+mn-lt"/>
                <a:ea typeface="+mn-ea"/>
                <a:cs typeface="+mn-cs"/>
              </a:defRPr>
            </a:lvl1pPr>
            <a:lvl2pPr algn="ctr" eaLnBrk="1" hangingPunct="1" indent="0" latinLnBrk="0" marL="457200" rtl="0">
              <a:lnSpc>
                <a:spcPct val="100000"/>
              </a:lnSpc>
              <a:spcBef>
                <a:spcPts val="550"/>
              </a:spcBef>
              <a:buClr>
                <a:schemeClr val="accent1"/>
              </a:buClr>
              <a:buFont typeface="Verdana"/>
              <a:buNone/>
              <a:defRPr sz="2800" kern="1200" kumimoji="0">
                <a:solidFill>
                  <a:schemeClr val="tx1"/>
                </a:solidFill>
                <a:latin typeface="+mn-lt"/>
                <a:ea typeface="+mn-ea"/>
                <a:cs typeface="+mn-cs"/>
              </a:defRPr>
            </a:lvl2pPr>
            <a:lvl3pPr algn="ctr" eaLnBrk="1" hangingPunct="1" indent="0" latinLnBrk="0" marL="914400" rtl="0">
              <a:lnSpc>
                <a:spcPct val="100000"/>
              </a:lnSpc>
              <a:spcBef>
                <a:spcPct val="20000"/>
              </a:spcBef>
              <a:buClr>
                <a:schemeClr val="accent2"/>
              </a:buClr>
              <a:buFont typeface="Wingdings 2"/>
              <a:buNone/>
              <a:defRPr sz="2400" kern="1200" kumimoji="0">
                <a:solidFill>
                  <a:schemeClr val="tx1"/>
                </a:solidFill>
                <a:latin typeface="+mn-lt"/>
                <a:ea typeface="+mn-ea"/>
                <a:cs typeface="+mn-cs"/>
              </a:defRPr>
            </a:lvl3pPr>
            <a:lvl4pPr algn="ctr" eaLnBrk="1" hangingPunct="1" indent="0" latinLnBrk="0" marL="1371600" rtl="0">
              <a:lnSpc>
                <a:spcPct val="100000"/>
              </a:lnSpc>
              <a:spcBef>
                <a:spcPct val="20000"/>
              </a:spcBef>
              <a:buClr>
                <a:schemeClr val="accent3"/>
              </a:buClr>
              <a:buFont typeface="Wingdings 2"/>
              <a:buNone/>
              <a:defRPr sz="2000" kern="1200" kumimoji="0">
                <a:solidFill>
                  <a:schemeClr val="tx1"/>
                </a:solidFill>
                <a:latin typeface="+mn-lt"/>
                <a:ea typeface="+mn-ea"/>
                <a:cs typeface="+mn-cs"/>
              </a:defRPr>
            </a:lvl4pPr>
            <a:lvl5pPr algn="ctr" eaLnBrk="1" hangingPunct="1" indent="0" latinLnBrk="0" marL="1828800" rtl="0">
              <a:lnSpc>
                <a:spcPct val="100000"/>
              </a:lnSpc>
              <a:spcBef>
                <a:spcPct val="20000"/>
              </a:spcBef>
              <a:buClr>
                <a:schemeClr val="accent4"/>
              </a:buClr>
              <a:buFont typeface="Wingdings 2"/>
              <a:buNone/>
              <a:defRPr sz="2000" kern="1200" kumimoji="0">
                <a:solidFill>
                  <a:schemeClr val="tx1"/>
                </a:solidFill>
                <a:latin typeface="+mn-lt"/>
                <a:ea typeface="+mn-ea"/>
                <a:cs typeface="+mn-cs"/>
              </a:defRPr>
            </a:lvl5pPr>
            <a:lvl6pPr algn="ctr" eaLnBrk="1" hangingPunct="1" indent="0" latinLnBrk="0" marL="2286000" rtl="0">
              <a:lnSpc>
                <a:spcPct val="100000"/>
              </a:lnSpc>
              <a:spcBef>
                <a:spcPct val="20000"/>
              </a:spcBef>
              <a:buClr>
                <a:schemeClr val="accent5"/>
              </a:buClr>
              <a:buFont typeface="Wingdings 2"/>
              <a:buNone/>
              <a:defRPr sz="2000" kern="1200" kumimoji="0">
                <a:solidFill>
                  <a:schemeClr val="tx1"/>
                </a:solidFill>
                <a:latin typeface="+mn-lt"/>
                <a:ea typeface="+mn-ea"/>
                <a:cs typeface="+mn-cs"/>
              </a:defRPr>
            </a:lvl6pPr>
            <a:lvl7pPr algn="ctr" eaLnBrk="1" hangingPunct="1" indent="0" latinLnBrk="0" marL="27432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7pPr>
            <a:lvl8pPr algn="ctr" eaLnBrk="1" hangingPunct="1" indent="0" latinLnBrk="0" marL="32004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8pPr>
            <a:lvl9pPr algn="ctr" eaLnBrk="1" hangingPunct="1" indent="0" latinLnBrk="0" marL="36576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9pPr>
          </a:lstStyle>
          <a:p>
            <a:r>
              <a:rPr b="1" dirty="0" sz="2200" lang="en-IN">
                <a:latin typeface="Times New Roman" panose="02020603050405020304" pitchFamily="18" charset="0"/>
                <a:cs typeface="Times New Roman" panose="02020603050405020304" pitchFamily="18" charset="0"/>
              </a:rPr>
              <a:t>Approach: </a:t>
            </a:r>
          </a:p>
          <a:p>
            <a:pPr indent="-285750" marL="313182">
              <a:buClr>
                <a:schemeClr val="tx1"/>
              </a:buClr>
              <a:buFont typeface="Wingdings" panose="05000000000000000000" pitchFamily="2" charset="2"/>
              <a:buChar char="Ø"/>
            </a:pPr>
            <a:r>
              <a:rPr dirty="0" sz="1800" lang="en-IN"/>
              <a:t>Experimental and analytical study of flow around bridge pier.</a:t>
            </a:r>
          </a:p>
          <a:p>
            <a:pPr indent="-285750" marL="313182">
              <a:buClr>
                <a:schemeClr val="tx1"/>
              </a:buClr>
              <a:buFont typeface="Wingdings" panose="05000000000000000000" pitchFamily="2" charset="2"/>
              <a:buChar char="Ø"/>
            </a:pPr>
            <a:r>
              <a:rPr dirty="0" sz="1800" lang="en-IN"/>
              <a:t>Observation of scour formation under different flow conditions.</a:t>
            </a:r>
          </a:p>
          <a:p>
            <a:pPr indent="-285750" marL="313182">
              <a:buClr>
                <a:schemeClr val="tx1"/>
              </a:buClr>
              <a:buFont typeface="Wingdings" panose="05000000000000000000" pitchFamily="2" charset="2"/>
              <a:buChar char="Ø"/>
            </a:pPr>
            <a:r>
              <a:rPr dirty="0" sz="1800" lang="en-IN"/>
              <a:t>Parametric analysis of velocity and scour depth relationship.</a:t>
            </a:r>
          </a:p>
          <a:p>
            <a:pPr>
              <a:lnSpc>
                <a:spcPct val="110000"/>
              </a:lnSpc>
            </a:pPr>
            <a:r>
              <a:rPr b="1" dirty="0" sz="2200" lang="en-US">
                <a:latin typeface="Times New Roman" panose="02020603050405020304" pitchFamily="18" charset="0"/>
                <a:cs typeface="Times New Roman" panose="02020603050405020304" pitchFamily="18" charset="0"/>
              </a:rPr>
              <a:t>Techniques: </a:t>
            </a:r>
          </a:p>
          <a:p>
            <a:pPr indent="-285750" marL="313182">
              <a:lnSpc>
                <a:spcPct val="110000"/>
              </a:lnSpc>
              <a:buClr>
                <a:schemeClr val="tx1"/>
              </a:buClr>
              <a:buFont typeface="Wingdings" panose="05000000000000000000" pitchFamily="2" charset="2"/>
              <a:buChar char="Ø"/>
            </a:pPr>
            <a:r>
              <a:rPr dirty="0" sz="1800" lang="en-IN"/>
              <a:t>Measurement of local velocity near the pier.</a:t>
            </a:r>
          </a:p>
          <a:p>
            <a:pPr indent="-285750" marL="313182">
              <a:lnSpc>
                <a:spcPct val="110000"/>
              </a:lnSpc>
              <a:buClr>
                <a:schemeClr val="tx1"/>
              </a:buClr>
              <a:buFont typeface="Wingdings" panose="05000000000000000000" pitchFamily="2" charset="2"/>
              <a:buChar char="Ø"/>
            </a:pPr>
            <a:r>
              <a:rPr dirty="0" sz="1800" lang="en-IN"/>
              <a:t>Observation and recording of scour depth over time.</a:t>
            </a:r>
          </a:p>
          <a:p>
            <a:pPr indent="-285750" marL="313182">
              <a:lnSpc>
                <a:spcPct val="110000"/>
              </a:lnSpc>
              <a:buClr>
                <a:schemeClr val="tx1"/>
              </a:buClr>
              <a:buFont typeface="Wingdings" panose="05000000000000000000" pitchFamily="2" charset="2"/>
              <a:buChar char="Ø"/>
            </a:pPr>
            <a:r>
              <a:rPr dirty="0" sz="1800" lang="en-IN"/>
              <a:t>Comparative analysis for different flow velocities.</a:t>
            </a:r>
            <a:endParaRPr dirty="0" sz="1800" lang="en-US">
              <a:solidFill>
                <a:schemeClr val="tx1"/>
              </a:solidFill>
              <a:latin typeface="Times New Roman" panose="02020603050405020304" pitchFamily="18" charset="0"/>
              <a:cs typeface="Times New Roman" panose="02020603050405020304" pitchFamily="18" charset="0"/>
            </a:endParaRPr>
          </a:p>
          <a:p>
            <a:pPr>
              <a:lnSpc>
                <a:spcPct val="110000"/>
              </a:lnSpc>
              <a:buClr>
                <a:schemeClr val="tx1"/>
              </a:buClr>
            </a:pPr>
            <a:r>
              <a:rPr b="1" dirty="0" sz="2200" lang="en-US">
                <a:solidFill>
                  <a:schemeClr val="tx1"/>
                </a:solidFill>
                <a:latin typeface="Times New Roman" panose="02020603050405020304" pitchFamily="18" charset="0"/>
                <a:cs typeface="Times New Roman" panose="02020603050405020304" pitchFamily="18" charset="0"/>
              </a:rPr>
              <a:t>Tools: </a:t>
            </a:r>
          </a:p>
          <a:p>
            <a:pPr indent="-285750" marL="313182">
              <a:lnSpc>
                <a:spcPct val="110000"/>
              </a:lnSpc>
              <a:buClr>
                <a:schemeClr val="tx1"/>
              </a:buClr>
              <a:buFont typeface="Wingdings" panose="05000000000000000000" pitchFamily="2" charset="2"/>
              <a:buChar char="Ø"/>
            </a:pPr>
            <a:r>
              <a:rPr dirty="0" sz="1800" lang="en-IN"/>
              <a:t>Hydraulic flume setup (for water flow experiment).</a:t>
            </a:r>
          </a:p>
          <a:p>
            <a:pPr indent="-285750" marL="313182">
              <a:lnSpc>
                <a:spcPct val="110000"/>
              </a:lnSpc>
              <a:buClr>
                <a:schemeClr val="tx1"/>
              </a:buClr>
              <a:buFont typeface="Wingdings" panose="05000000000000000000" pitchFamily="2" charset="2"/>
              <a:buChar char="Ø"/>
            </a:pPr>
            <a:r>
              <a:rPr dirty="0" sz="1800" lang="en-IN"/>
              <a:t>Measuring scale / sensors for depth and velocity.</a:t>
            </a:r>
          </a:p>
          <a:p>
            <a:pPr indent="-285750" marL="313182">
              <a:lnSpc>
                <a:spcPct val="110000"/>
              </a:lnSpc>
              <a:buClr>
                <a:schemeClr val="tx1"/>
              </a:buClr>
              <a:buFont typeface="Wingdings" panose="05000000000000000000" pitchFamily="2" charset="2"/>
              <a:buChar char="Ø"/>
            </a:pPr>
            <a:r>
              <a:rPr dirty="0" sz="1800" lang="en-IN"/>
              <a:t>Data recording and analysis tools (Excel / graphs).</a:t>
            </a:r>
          </a:p>
          <a:p>
            <a:pPr>
              <a:lnSpc>
                <a:spcPct val="110000"/>
              </a:lnSpc>
              <a:buClr>
                <a:schemeClr val="tx1"/>
              </a:buClr>
            </a:pPr>
            <a:endParaRPr dirty="0" sz="1800" lang="en-IN"/>
          </a:p>
          <a:p>
            <a:pPr>
              <a:lnSpc>
                <a:spcPct val="110000"/>
              </a:lnSpc>
              <a:buClr>
                <a:schemeClr val="tx1"/>
              </a:buClr>
            </a:pPr>
            <a:endParaRPr b="1" dirty="0" sz="1800" lang="en-US">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19" name="Title 1"/>
          <p:cNvSpPr>
            <a:spLocks noGrp="1"/>
          </p:cNvSpPr>
          <p:nvPr>
            <p:ph type="ctrTitle"/>
          </p:nvPr>
        </p:nvSpPr>
        <p:spPr>
          <a:xfrm>
            <a:off x="1463452" y="426549"/>
            <a:ext cx="7162800" cy="706902"/>
          </a:xfrm>
        </p:spPr>
        <p:txBody>
          <a:bodyPr>
            <a:noAutofit/>
          </a:bodyPr>
          <a:p>
            <a:r>
              <a:rPr dirty="0" lang="en-US">
                <a:solidFill>
                  <a:srgbClr val="0070C0"/>
                </a:solidFill>
                <a:latin typeface="Times New Roman" panose="02020603050405020304" pitchFamily="18" charset="0"/>
                <a:cs typeface="Times New Roman" panose="02020603050405020304" pitchFamily="18" charset="0"/>
              </a:rPr>
              <a:t>Results &amp; Analysis</a:t>
            </a:r>
            <a:endParaRPr dirty="0" lang="en-US">
              <a:latin typeface="Times New Roman" panose="02020603050405020304" pitchFamily="18" charset="0"/>
              <a:cs typeface="Times New Roman" panose="02020603050405020304" pitchFamily="18" charset="0"/>
            </a:endParaRPr>
          </a:p>
        </p:txBody>
      </p:sp>
      <p:pic>
        <p:nvPicPr>
          <p:cNvPr id="2097161" name="Picture 3"/>
          <p:cNvPicPr>
            <a:picLocks noChangeAspect="1"/>
          </p:cNvPicPr>
          <p:nvPr/>
        </p:nvPicPr>
        <p:blipFill>
          <a:blip xmlns:r="http://schemas.openxmlformats.org/officeDocument/2006/relationships" r:embed="rId1"/>
          <a:stretch>
            <a:fillRect/>
          </a:stretch>
        </p:blipFill>
        <p:spPr>
          <a:xfrm>
            <a:off x="152400" y="152400"/>
            <a:ext cx="1561556" cy="1407600"/>
          </a:xfrm>
          <a:prstGeom prst="rect"/>
        </p:spPr>
      </p:pic>
      <p:sp>
        <p:nvSpPr>
          <p:cNvPr id="1048620" name="Google Shape;258;p8"/>
          <p:cNvSpPr txBox="1"/>
          <p:nvPr/>
        </p:nvSpPr>
        <p:spPr>
          <a:xfrm>
            <a:off x="956477" y="1681065"/>
            <a:ext cx="4800600" cy="4136370"/>
          </a:xfrm>
          <a:prstGeom prst="rect"/>
          <a:noFill/>
          <a:ln>
            <a:noFill/>
          </a:ln>
        </p:spPr>
        <p:txBody>
          <a:bodyPr anchor="t" anchorCtr="0" bIns="45700" lIns="91425" rIns="91425" spcFirstLastPara="1" tIns="45700" wrap="square">
            <a:normAutofit/>
          </a:bodyPr>
          <a:lstStyle>
            <a:lvl1pPr algn="l" eaLnBrk="1" hangingPunct="1" indent="0" latinLnBrk="0" marL="27432" rtl="0">
              <a:lnSpc>
                <a:spcPct val="100000"/>
              </a:lnSpc>
              <a:spcBef>
                <a:spcPts val="600"/>
              </a:spcBef>
              <a:buClr>
                <a:schemeClr val="accent1"/>
              </a:buClr>
              <a:buSzPct val="80000"/>
              <a:buFont typeface="Wingdings 2"/>
              <a:buNone/>
              <a:defRPr sz="2600" kern="1200" kumimoji="0">
                <a:solidFill>
                  <a:schemeClr val="tx2">
                    <a:shade val="30000"/>
                    <a:satMod val="150000"/>
                  </a:schemeClr>
                </a:solidFill>
                <a:latin typeface="+mn-lt"/>
                <a:ea typeface="+mn-ea"/>
                <a:cs typeface="+mn-cs"/>
              </a:defRPr>
            </a:lvl1pPr>
            <a:lvl2pPr algn="ctr" eaLnBrk="1" hangingPunct="1" indent="0" latinLnBrk="0" marL="457200" rtl="0">
              <a:lnSpc>
                <a:spcPct val="100000"/>
              </a:lnSpc>
              <a:spcBef>
                <a:spcPts val="550"/>
              </a:spcBef>
              <a:buClr>
                <a:schemeClr val="accent1"/>
              </a:buClr>
              <a:buFont typeface="Verdana"/>
              <a:buNone/>
              <a:defRPr sz="2800" kern="1200" kumimoji="0">
                <a:solidFill>
                  <a:schemeClr val="tx1"/>
                </a:solidFill>
                <a:latin typeface="+mn-lt"/>
                <a:ea typeface="+mn-ea"/>
                <a:cs typeface="+mn-cs"/>
              </a:defRPr>
            </a:lvl2pPr>
            <a:lvl3pPr algn="ctr" eaLnBrk="1" hangingPunct="1" indent="0" latinLnBrk="0" marL="914400" rtl="0">
              <a:lnSpc>
                <a:spcPct val="100000"/>
              </a:lnSpc>
              <a:spcBef>
                <a:spcPct val="20000"/>
              </a:spcBef>
              <a:buClr>
                <a:schemeClr val="accent2"/>
              </a:buClr>
              <a:buFont typeface="Wingdings 2"/>
              <a:buNone/>
              <a:defRPr sz="2400" kern="1200" kumimoji="0">
                <a:solidFill>
                  <a:schemeClr val="tx1"/>
                </a:solidFill>
                <a:latin typeface="+mn-lt"/>
                <a:ea typeface="+mn-ea"/>
                <a:cs typeface="+mn-cs"/>
              </a:defRPr>
            </a:lvl3pPr>
            <a:lvl4pPr algn="ctr" eaLnBrk="1" hangingPunct="1" indent="0" latinLnBrk="0" marL="1371600" rtl="0">
              <a:lnSpc>
                <a:spcPct val="100000"/>
              </a:lnSpc>
              <a:spcBef>
                <a:spcPct val="20000"/>
              </a:spcBef>
              <a:buClr>
                <a:schemeClr val="accent3"/>
              </a:buClr>
              <a:buFont typeface="Wingdings 2"/>
              <a:buNone/>
              <a:defRPr sz="2000" kern="1200" kumimoji="0">
                <a:solidFill>
                  <a:schemeClr val="tx1"/>
                </a:solidFill>
                <a:latin typeface="+mn-lt"/>
                <a:ea typeface="+mn-ea"/>
                <a:cs typeface="+mn-cs"/>
              </a:defRPr>
            </a:lvl4pPr>
            <a:lvl5pPr algn="ctr" eaLnBrk="1" hangingPunct="1" indent="0" latinLnBrk="0" marL="1828800" rtl="0">
              <a:lnSpc>
                <a:spcPct val="100000"/>
              </a:lnSpc>
              <a:spcBef>
                <a:spcPct val="20000"/>
              </a:spcBef>
              <a:buClr>
                <a:schemeClr val="accent4"/>
              </a:buClr>
              <a:buFont typeface="Wingdings 2"/>
              <a:buNone/>
              <a:defRPr sz="2000" kern="1200" kumimoji="0">
                <a:solidFill>
                  <a:schemeClr val="tx1"/>
                </a:solidFill>
                <a:latin typeface="+mn-lt"/>
                <a:ea typeface="+mn-ea"/>
                <a:cs typeface="+mn-cs"/>
              </a:defRPr>
            </a:lvl5pPr>
            <a:lvl6pPr algn="ctr" eaLnBrk="1" hangingPunct="1" indent="0" latinLnBrk="0" marL="2286000" rtl="0">
              <a:lnSpc>
                <a:spcPct val="100000"/>
              </a:lnSpc>
              <a:spcBef>
                <a:spcPct val="20000"/>
              </a:spcBef>
              <a:buClr>
                <a:schemeClr val="accent5"/>
              </a:buClr>
              <a:buFont typeface="Wingdings 2"/>
              <a:buNone/>
              <a:defRPr sz="2000" kern="1200" kumimoji="0">
                <a:solidFill>
                  <a:schemeClr val="tx1"/>
                </a:solidFill>
                <a:latin typeface="+mn-lt"/>
                <a:ea typeface="+mn-ea"/>
                <a:cs typeface="+mn-cs"/>
              </a:defRPr>
            </a:lvl6pPr>
            <a:lvl7pPr algn="ctr" eaLnBrk="1" hangingPunct="1" indent="0" latinLnBrk="0" marL="27432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7pPr>
            <a:lvl8pPr algn="ctr" eaLnBrk="1" hangingPunct="1" indent="0" latinLnBrk="0" marL="32004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8pPr>
            <a:lvl9pPr algn="ctr" eaLnBrk="1" hangingPunct="1" indent="0" latinLnBrk="0" marL="36576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9pPr>
          </a:lstStyle>
          <a:p>
            <a:pPr algn="just" indent="-342900" marL="358902">
              <a:buClr>
                <a:schemeClr val="tx1"/>
              </a:buClr>
              <a:buSzPct val="115000"/>
              <a:buFont typeface="Wingdings" panose="05000000000000000000" pitchFamily="2" charset="2"/>
              <a:buChar char="Ø"/>
            </a:pPr>
            <a:r>
              <a:rPr dirty="0" sz="2400" lang="en-IN"/>
              <a:t>In order to study the effect of flow conditions on scour formation, observations were carried out by varying the water velocity around the bridge pier. The velocity range was gradually increased to </a:t>
            </a:r>
            <a:r>
              <a:rPr dirty="0" sz="2400" lang="en-IN" err="1"/>
              <a:t>analyze</a:t>
            </a:r>
            <a:r>
              <a:rPr dirty="0" sz="2400" lang="en-IN"/>
              <a:t> its impact on scour depth.</a:t>
            </a:r>
          </a:p>
          <a:p>
            <a:pPr algn="just" indent="-342900" marL="358902">
              <a:buClr>
                <a:schemeClr val="tx1"/>
              </a:buClr>
              <a:buSzPct val="115000"/>
              <a:buFont typeface="Wingdings" panose="05000000000000000000" pitchFamily="2" charset="2"/>
              <a:buChar char="Ø"/>
            </a:pPr>
            <a:r>
              <a:rPr dirty="0" sz="2400" lang="en-IN"/>
              <a:t>Based on the experimental observations, the scour depth was measured for different velocities. The variation of scour depth with flow velocity is represented graphically, showing a clear increasing trend.</a:t>
            </a:r>
          </a:p>
          <a:p>
            <a:pPr algn="just" indent="-342900" marL="358902">
              <a:buClr>
                <a:schemeClr val="tx1"/>
              </a:buClr>
              <a:buSzPct val="115000"/>
              <a:buFont typeface="Wingdings" panose="05000000000000000000" pitchFamily="2" charset="2"/>
              <a:buChar char="Ø"/>
            </a:pPr>
            <a:r>
              <a:rPr dirty="0" sz="2400" lang="en-IN"/>
              <a:t>It is observed that with an increase in velocity, the scour depth increases significantly. The maximum erosion occurs near the base of the pier due to the formation of vortices and turbulent flow.</a:t>
            </a:r>
            <a:endParaRPr dirty="0" sz="2400" lang="en-US">
              <a:solidFill>
                <a:schemeClr val="dk1"/>
              </a:solidFill>
              <a:latin typeface="Times New Roman"/>
              <a:ea typeface="Times New Roman"/>
              <a:cs typeface="Times New Roman"/>
              <a:sym typeface="Times New Roman"/>
            </a:endParaRPr>
          </a:p>
        </p:txBody>
      </p:sp>
      <p:sp>
        <p:nvSpPr>
          <p:cNvPr id="1048621" name="Google Shape;261;p8"/>
          <p:cNvSpPr txBox="1"/>
          <p:nvPr/>
        </p:nvSpPr>
        <p:spPr>
          <a:xfrm>
            <a:off x="5757077" y="4768201"/>
            <a:ext cx="3381808" cy="682199"/>
          </a:xfrm>
          <a:prstGeom prst="rect"/>
          <a:noFill/>
          <a:ln>
            <a:noFill/>
          </a:ln>
        </p:spPr>
        <p:txBody>
          <a:bodyPr anchor="b" anchorCtr="0" bIns="45700" lIns="91425" rIns="91425" spcFirstLastPara="1" tIns="45700" wrap="square">
            <a:noAutofit/>
          </a:bodyPr>
          <a:p>
            <a:pPr algn="just" lvl="0">
              <a:buClr>
                <a:srgbClr val="000000"/>
              </a:buClr>
              <a:buSzPts val="2000"/>
            </a:pPr>
            <a:br>
              <a:rPr b="0" cap="small" dirty="0" sz="2000" i="0" lang="en-US" strike="noStrike" u="none">
                <a:solidFill>
                  <a:srgbClr val="4E5B6F"/>
                </a:solidFill>
                <a:latin typeface="Times New Roman"/>
                <a:ea typeface="Times New Roman"/>
                <a:cs typeface="Times New Roman"/>
                <a:sym typeface="Times New Roman"/>
              </a:rPr>
            </a:br>
            <a:r>
              <a:rPr b="1" dirty="0" sz="1500" lang="en-US">
                <a:solidFill>
                  <a:schemeClr val="dk1"/>
                </a:solidFill>
                <a:latin typeface="Times New Roman"/>
                <a:cs typeface="Times New Roman"/>
                <a:sym typeface="Times New Roman"/>
              </a:rPr>
              <a:t>FIG 2.</a:t>
            </a:r>
            <a:r>
              <a:rPr b="1" dirty="0" sz="2000" lang="en-IN">
                <a:solidFill>
                  <a:schemeClr val="dk1"/>
                </a:solidFill>
                <a:latin typeface="Times New Roman"/>
                <a:cs typeface="Times New Roman"/>
                <a:sym typeface="Times New Roman"/>
              </a:rPr>
              <a:t> </a:t>
            </a:r>
            <a:r>
              <a:rPr dirty="0" sz="1400" lang="en-IN"/>
              <a:t>Variation of scour depth with flow velocity around bridge pier</a:t>
            </a:r>
            <a:r>
              <a:rPr dirty="0" sz="2000" lang="en-IN"/>
              <a:t>.</a:t>
            </a:r>
            <a:endParaRPr b="0" cap="small" dirty="0" sz="2000" i="0" strike="noStrike" u="none">
              <a:solidFill>
                <a:srgbClr val="4E5B6F"/>
              </a:solidFill>
              <a:latin typeface="Times New Roman"/>
              <a:ea typeface="Times New Roman"/>
              <a:cs typeface="Times New Roman"/>
              <a:sym typeface="Times New Roman"/>
            </a:endParaRPr>
          </a:p>
        </p:txBody>
      </p:sp>
      <p:pic>
        <p:nvPicPr>
          <p:cNvPr id="2097162" name="Picture 7"/>
          <p:cNvPicPr>
            <a:picLocks noChangeAspect="1"/>
          </p:cNvPicPr>
          <p:nvPr/>
        </p:nvPicPr>
        <p:blipFill>
          <a:blip xmlns:r="http://schemas.openxmlformats.org/officeDocument/2006/relationships" r:embed="rId2"/>
          <a:stretch>
            <a:fillRect/>
          </a:stretch>
        </p:blipFill>
        <p:spPr>
          <a:xfrm>
            <a:off x="5709885" y="1407600"/>
            <a:ext cx="3429000" cy="3360601"/>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22" name="Google Shape;269;g3740aa967e6_0_102"/>
          <p:cNvSpPr txBox="1"/>
          <p:nvPr/>
        </p:nvSpPr>
        <p:spPr>
          <a:xfrm>
            <a:off x="1066799" y="1524000"/>
            <a:ext cx="4343401" cy="3249951"/>
          </a:xfrm>
          <a:prstGeom prst="rect"/>
          <a:noFill/>
          <a:ln>
            <a:noFill/>
          </a:ln>
        </p:spPr>
        <p:txBody>
          <a:bodyPr anchor="t" anchorCtr="0" bIns="45700" lIns="91425" rIns="91425" spcFirstLastPara="1" tIns="45700" wrap="square">
            <a:normAutofit/>
          </a:bodyPr>
          <a:p>
            <a:pPr algn="just" indent="-342900" marL="355600">
              <a:spcBef>
                <a:spcPts val="600"/>
              </a:spcBef>
              <a:buClr>
                <a:schemeClr val="dk1"/>
              </a:buClr>
              <a:buSzPct val="110000"/>
              <a:buFont typeface="Wingdings" panose="05000000000000000000" pitchFamily="2" charset="2"/>
              <a:buChar char="Ø"/>
            </a:pPr>
            <a:r>
              <a:rPr dirty="0" sz="2400" lang="en-IN"/>
              <a:t>The variation of scour depth with flow velocity is </a:t>
            </a:r>
            <a:r>
              <a:rPr dirty="0" sz="2400" lang="en-IN" err="1"/>
              <a:t>analyzed</a:t>
            </a:r>
            <a:r>
              <a:rPr dirty="0" sz="2400" lang="en-IN"/>
              <a:t> for different flow conditions.</a:t>
            </a:r>
          </a:p>
          <a:p>
            <a:pPr algn="just" indent="-342900" lvl="0" marL="355600">
              <a:spcBef>
                <a:spcPts val="600"/>
              </a:spcBef>
              <a:buClr>
                <a:schemeClr val="dk1"/>
              </a:buClr>
              <a:buSzPct val="110000"/>
              <a:buFont typeface="Wingdings" panose="05000000000000000000" pitchFamily="2" charset="2"/>
              <a:buChar char="Ø"/>
            </a:pPr>
            <a:r>
              <a:rPr dirty="0" sz="2400" lang="en-IN"/>
              <a:t>It is observed that as velocity increases, the scour depth also increases significantly.</a:t>
            </a:r>
          </a:p>
          <a:p>
            <a:pPr algn="just" indent="-342900" lvl="0" marL="355600">
              <a:spcBef>
                <a:spcPts val="600"/>
              </a:spcBef>
              <a:buClr>
                <a:schemeClr val="dk1"/>
              </a:buClr>
              <a:buSzPct val="110000"/>
              <a:buFont typeface="Wingdings" panose="05000000000000000000" pitchFamily="2" charset="2"/>
              <a:buChar char="Ø"/>
            </a:pPr>
            <a:r>
              <a:rPr dirty="0" sz="2400" lang="en-IN"/>
              <a:t>Maximum scour occurs near the base of the pier due to vortex formation and turbulence.</a:t>
            </a:r>
          </a:p>
          <a:p>
            <a:pPr algn="just" indent="-342900" lvl="0" marL="355600">
              <a:spcBef>
                <a:spcPts val="600"/>
              </a:spcBef>
              <a:buClr>
                <a:schemeClr val="dk1"/>
              </a:buClr>
              <a:buSzPct val="110000"/>
              <a:buFont typeface="Wingdings" panose="05000000000000000000" pitchFamily="2" charset="2"/>
              <a:buChar char="Ø"/>
            </a:pPr>
            <a:endParaRPr b="0" cap="none" dirty="0" sz="2200" i="0" lang="en-US" strike="noStrike" u="none">
              <a:solidFill>
                <a:srgbClr val="000000"/>
              </a:solidFill>
              <a:latin typeface="Times New Roman"/>
              <a:ea typeface="Times New Roman"/>
              <a:cs typeface="Times New Roman"/>
              <a:sym typeface="Times New Roman"/>
            </a:endParaRPr>
          </a:p>
        </p:txBody>
      </p:sp>
      <p:sp>
        <p:nvSpPr>
          <p:cNvPr id="1048623" name="Google Shape;270;g3740aa967e6_0_102"/>
          <p:cNvSpPr txBox="1"/>
          <p:nvPr/>
        </p:nvSpPr>
        <p:spPr>
          <a:xfrm>
            <a:off x="4659085" y="4245647"/>
            <a:ext cx="4529100" cy="1498281"/>
          </a:xfrm>
          <a:prstGeom prst="rect"/>
          <a:noFill/>
          <a:ln>
            <a:noFill/>
          </a:ln>
        </p:spPr>
        <p:txBody>
          <a:bodyPr anchor="b" anchorCtr="0" bIns="45700" lIns="91425" rIns="91425" spcFirstLastPara="1" tIns="45700" wrap="square">
            <a:normAutofit/>
          </a:bodyPr>
          <a:p>
            <a:pPr lvl="0">
              <a:buClr>
                <a:srgbClr val="000000"/>
              </a:buClr>
              <a:buSzPct val="100000"/>
            </a:pPr>
            <a:r>
              <a:rPr b="1" dirty="0" sz="1600" lang="en-US">
                <a:solidFill>
                  <a:srgbClr val="000000"/>
                </a:solidFill>
                <a:latin typeface="Times New Roman"/>
                <a:cs typeface="Times New Roman"/>
                <a:sym typeface="Times New Roman"/>
              </a:rPr>
              <a:t>FIG 3. </a:t>
            </a:r>
            <a:r>
              <a:rPr dirty="0" sz="1600" lang="en-IN"/>
              <a:t>Variation of Scour Depth with Flow Velocity around Bridge Pier</a:t>
            </a:r>
            <a:br>
              <a:rPr dirty="0" sz="1600" lang="en-US">
                <a:solidFill>
                  <a:srgbClr val="000000"/>
                </a:solidFill>
                <a:latin typeface="Times New Roman"/>
                <a:cs typeface="Times New Roman"/>
                <a:sym typeface="Times New Roman"/>
              </a:rPr>
            </a:br>
            <a:endParaRPr dirty="0" sz="1600">
              <a:solidFill>
                <a:srgbClr val="000000"/>
              </a:solidFill>
              <a:latin typeface="Times New Roman"/>
              <a:cs typeface="Times New Roman"/>
              <a:sym typeface="Times New Roman"/>
            </a:endParaRPr>
          </a:p>
        </p:txBody>
      </p:sp>
      <p:sp>
        <p:nvSpPr>
          <p:cNvPr id="1048624" name="Title 1"/>
          <p:cNvSpPr txBox="1"/>
          <p:nvPr/>
        </p:nvSpPr>
        <p:spPr>
          <a:xfrm>
            <a:off x="1077685" y="234371"/>
            <a:ext cx="7162800" cy="1112410"/>
          </a:xfrm>
          <a:prstGeom prst="rect"/>
        </p:spPr>
        <p:txBody>
          <a:bodyPr anchor="ctr">
            <a:noAutofit/>
          </a:bodyPr>
          <a:lstStyle>
            <a:lvl1pPr algn="l" eaLnBrk="1" hangingPunct="1" latinLnBrk="0" rtl="0">
              <a:spcBef>
                <a:spcPct val="0"/>
              </a:spcBef>
              <a:buNone/>
              <a:defRPr sz="4300" kern="1200" kumimoji="0">
                <a:solidFill>
                  <a:schemeClr val="tx2">
                    <a:satMod val="130000"/>
                  </a:schemeClr>
                </a:solidFill>
                <a:effectLst>
                  <a:outerShdw algn="tl" blurRad="50000" dir="5400000" dist="30000" rotWithShape="0">
                    <a:srgbClr val="000000">
                      <a:alpha val="30000"/>
                    </a:srgbClr>
                  </a:outerShdw>
                </a:effectLst>
                <a:latin typeface="+mj-lt"/>
                <a:ea typeface="+mj-ea"/>
                <a:cs typeface="+mj-cs"/>
              </a:defRPr>
            </a:lvl1pPr>
          </a:lstStyle>
          <a:p>
            <a:r>
              <a:rPr dirty="0" sz="4000" lang="en-IN">
                <a:solidFill>
                  <a:srgbClr val="0070C0"/>
                </a:solidFill>
              </a:rPr>
              <a:t>   Variation of Scour Depth with</a:t>
            </a:r>
          </a:p>
          <a:p>
            <a:r>
              <a:rPr dirty="0" sz="4000" lang="en-IN">
                <a:solidFill>
                  <a:srgbClr val="0070C0"/>
                </a:solidFill>
              </a:rPr>
              <a:t>   Flow Velocity</a:t>
            </a:r>
            <a:r>
              <a:rPr dirty="0" sz="4000" lang="en-US">
                <a:solidFill>
                  <a:srgbClr val="0070C0"/>
                </a:solidFill>
                <a:latin typeface="Times New Roman" panose="02020603050405020304" pitchFamily="18" charset="0"/>
                <a:cs typeface="Times New Roman" panose="02020603050405020304" pitchFamily="18" charset="0"/>
              </a:rPr>
              <a:t>: </a:t>
            </a:r>
            <a:endParaRPr dirty="0" sz="4000" lang="en-US">
              <a:latin typeface="Times New Roman" panose="02020603050405020304" pitchFamily="18" charset="0"/>
              <a:cs typeface="Times New Roman" panose="02020603050405020304" pitchFamily="18" charset="0"/>
            </a:endParaRPr>
          </a:p>
        </p:txBody>
      </p:sp>
      <p:pic>
        <p:nvPicPr>
          <p:cNvPr id="2097163" name="Picture 8"/>
          <p:cNvPicPr>
            <a:picLocks noChangeAspect="1"/>
          </p:cNvPicPr>
          <p:nvPr/>
        </p:nvPicPr>
        <p:blipFill>
          <a:blip xmlns:r="http://schemas.openxmlformats.org/officeDocument/2006/relationships" r:embed="rId1" cstate="print"/>
          <a:srcRect t="-1" b="10925"/>
          <a:stretch>
            <a:fillRect/>
          </a:stretch>
        </p:blipFill>
        <p:spPr>
          <a:xfrm>
            <a:off x="5410201" y="1079659"/>
            <a:ext cx="3733799" cy="3518059"/>
          </a:xfrm>
          <a:prstGeom prst="rect"/>
        </p:spPr>
      </p:pic>
      <p:pic>
        <p:nvPicPr>
          <p:cNvPr id="2097164" name="Picture 11"/>
          <p:cNvPicPr>
            <a:picLocks noChangeAspect="1"/>
          </p:cNvPicPr>
          <p:nvPr/>
        </p:nvPicPr>
        <p:blipFill>
          <a:blip xmlns:r="http://schemas.openxmlformats.org/officeDocument/2006/relationships" r:embed="rId2"/>
          <a:stretch>
            <a:fillRect/>
          </a:stretch>
        </p:blipFill>
        <p:spPr>
          <a:xfrm>
            <a:off x="174170" y="116400"/>
            <a:ext cx="1561556" cy="1407600"/>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25" name="Title 1"/>
          <p:cNvSpPr>
            <a:spLocks noGrp="1"/>
          </p:cNvSpPr>
          <p:nvPr>
            <p:ph type="ctrTitle"/>
          </p:nvPr>
        </p:nvSpPr>
        <p:spPr>
          <a:xfrm>
            <a:off x="1463452" y="426549"/>
            <a:ext cx="7162800" cy="706902"/>
          </a:xfrm>
        </p:spPr>
        <p:txBody>
          <a:bodyPr>
            <a:noAutofit/>
          </a:bodyPr>
          <a:p>
            <a:r>
              <a:rPr dirty="0" lang="en-US">
                <a:solidFill>
                  <a:srgbClr val="0070C0"/>
                </a:solidFill>
                <a:latin typeface="Times New Roman" panose="02020603050405020304" pitchFamily="18" charset="0"/>
                <a:cs typeface="Times New Roman" panose="02020603050405020304" pitchFamily="18" charset="0"/>
              </a:rPr>
              <a:t>Conclusion &amp; Future Work</a:t>
            </a:r>
            <a:endParaRPr dirty="0" lang="en-US">
              <a:latin typeface="Times New Roman" panose="02020603050405020304" pitchFamily="18" charset="0"/>
              <a:cs typeface="Times New Roman" panose="02020603050405020304" pitchFamily="18" charset="0"/>
            </a:endParaRPr>
          </a:p>
        </p:txBody>
      </p:sp>
      <p:sp>
        <p:nvSpPr>
          <p:cNvPr id="1048626" name="Subtitle 2"/>
          <p:cNvSpPr>
            <a:spLocks noGrp="1"/>
          </p:cNvSpPr>
          <p:nvPr>
            <p:ph type="subTitle" idx="1"/>
          </p:nvPr>
        </p:nvSpPr>
        <p:spPr>
          <a:xfrm>
            <a:off x="1278872" y="1524000"/>
            <a:ext cx="7347380" cy="4688400"/>
          </a:xfrm>
        </p:spPr>
        <p:txBody>
          <a:bodyPr>
            <a:normAutofit/>
          </a:bodyPr>
          <a:p>
            <a:r>
              <a:rPr b="1" dirty="0" sz="3300" lang="en-IN">
                <a:latin typeface="Times New Roman" panose="02020603050405020304" pitchFamily="18" charset="0"/>
                <a:cs typeface="Times New Roman" panose="02020603050405020304" pitchFamily="18" charset="0"/>
              </a:rPr>
              <a:t>Summary: </a:t>
            </a:r>
          </a:p>
          <a:p>
            <a:pPr indent="-457200" marL="484632">
              <a:buClr>
                <a:schemeClr val="tx1"/>
              </a:buClr>
              <a:buFont typeface="Wingdings" panose="05000000000000000000" pitchFamily="2" charset="2"/>
              <a:buChar char="Ø"/>
            </a:pPr>
            <a:r>
              <a:rPr dirty="0" lang="en-IN"/>
              <a:t>Source depth increases with increase in flow velocity around the bridge pier.</a:t>
            </a:r>
            <a:endParaRPr b="1" dirty="0" lang="en-IN">
              <a:latin typeface="Times New Roman" panose="02020603050405020304" pitchFamily="18" charset="0"/>
              <a:cs typeface="Times New Roman" panose="02020603050405020304" pitchFamily="18" charset="0"/>
            </a:endParaRPr>
          </a:p>
          <a:p>
            <a:pPr indent="-457200" marL="484632">
              <a:buClr>
                <a:schemeClr val="tx1"/>
              </a:buClr>
              <a:buFont typeface="Wingdings" panose="05000000000000000000" pitchFamily="2" charset="2"/>
              <a:buChar char="Ø"/>
            </a:pPr>
            <a:r>
              <a:rPr dirty="0" lang="en-IN"/>
              <a:t>Maximum erosion occurs near the base due to vortex formation.</a:t>
            </a:r>
          </a:p>
          <a:p>
            <a:pPr indent="-457200" marL="484632">
              <a:buClr>
                <a:schemeClr val="tx1"/>
              </a:buClr>
              <a:buFont typeface="Wingdings" panose="05000000000000000000" pitchFamily="2" charset="2"/>
              <a:buChar char="Ø"/>
            </a:pPr>
            <a:r>
              <a:rPr dirty="0" lang="en-IN"/>
              <a:t> Local flow </a:t>
            </a:r>
            <a:r>
              <a:rPr dirty="0" lang="en-IN" err="1"/>
              <a:t>behavior</a:t>
            </a:r>
            <a:r>
              <a:rPr dirty="0" lang="en-IN"/>
              <a:t> plays a key role in foundation stability.</a:t>
            </a:r>
          </a:p>
          <a:p>
            <a:pPr indent="-457200" marL="484632">
              <a:buClr>
                <a:schemeClr val="tx1"/>
              </a:buClr>
              <a:buFont typeface="Wingdings" panose="05000000000000000000" pitchFamily="2" charset="2"/>
              <a:buChar char="Ø"/>
            </a:pPr>
            <a:r>
              <a:rPr dirty="0" lang="en-IN"/>
              <a:t> Proper design and analysis can reduce the risk of bridge failure.</a:t>
            </a:r>
          </a:p>
          <a:p>
            <a:r>
              <a:rPr b="1" dirty="0" sz="3300" lang="en-IN"/>
              <a:t>Key takeaway :</a:t>
            </a:r>
          </a:p>
          <a:p>
            <a:pPr indent="-457200" marL="484632">
              <a:buClr>
                <a:schemeClr val="tx1"/>
              </a:buClr>
              <a:buFont typeface="Wingdings" panose="05000000000000000000" pitchFamily="2" charset="2"/>
              <a:buChar char="Ø"/>
            </a:pPr>
            <a:r>
              <a:rPr dirty="0" lang="en-IN"/>
              <a:t>Scour is a major factor affecting the safety of bridge foundations.</a:t>
            </a:r>
            <a:endParaRPr b="1" dirty="0" lang="en-IN"/>
          </a:p>
          <a:p>
            <a:pPr indent="-457200" marL="484632">
              <a:buClr>
                <a:schemeClr val="tx1"/>
              </a:buClr>
              <a:buFont typeface="Wingdings" panose="05000000000000000000" pitchFamily="2" charset="2"/>
              <a:buChar char="Ø"/>
            </a:pPr>
            <a:r>
              <a:rPr dirty="0" lang="en-IN"/>
              <a:t>Increase in flow velocity leads to higher scour depth and erosion.</a:t>
            </a:r>
          </a:p>
          <a:p>
            <a:endParaRPr dirty="0" lang="en-IN"/>
          </a:p>
        </p:txBody>
      </p:sp>
      <p:pic>
        <p:nvPicPr>
          <p:cNvPr id="2097165" name="Picture 3"/>
          <p:cNvPicPr>
            <a:picLocks noChangeAspect="1"/>
          </p:cNvPicPr>
          <p:nvPr/>
        </p:nvPicPr>
        <p:blipFill>
          <a:blip xmlns:r="http://schemas.openxmlformats.org/officeDocument/2006/relationships" r:embed="rId1"/>
          <a:stretch>
            <a:fillRect/>
          </a:stretch>
        </p:blipFill>
        <p:spPr>
          <a:xfrm>
            <a:off x="152400" y="152400"/>
            <a:ext cx="1561556" cy="1407600"/>
          </a:xfrm>
          <a:prstGeom prst="rect"/>
        </p:spPr>
      </p:pic>
      <p:sp>
        <p:nvSpPr>
          <p:cNvPr id="1048627" name="TextBox 9"/>
          <p:cNvSpPr txBox="1"/>
          <p:nvPr/>
        </p:nvSpPr>
        <p:spPr>
          <a:xfrm>
            <a:off x="1265017" y="5929232"/>
            <a:ext cx="6600111" cy="769441"/>
          </a:xfrm>
          <a:prstGeom prst="rect"/>
          <a:noFill/>
        </p:spPr>
        <p:txBody>
          <a:bodyPr wrap="square">
            <a:spAutoFit/>
          </a:bodyPr>
          <a:p>
            <a:pPr indent="-285750" marL="285750">
              <a:buFont typeface="Wingdings" panose="05000000000000000000" pitchFamily="2" charset="2"/>
              <a:buChar char="Ø"/>
            </a:pPr>
            <a:r>
              <a:rPr dirty="0" sz="2200" lang="en-IN"/>
              <a:t>Proper analysis and design can prevent structural failure.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28" name="Title 1"/>
          <p:cNvSpPr>
            <a:spLocks noGrp="1"/>
          </p:cNvSpPr>
          <p:nvPr>
            <p:ph type="ctrTitle"/>
          </p:nvPr>
        </p:nvSpPr>
        <p:spPr>
          <a:xfrm>
            <a:off x="1463452" y="426549"/>
            <a:ext cx="7162800" cy="706902"/>
          </a:xfrm>
        </p:spPr>
        <p:txBody>
          <a:bodyPr>
            <a:noAutofit/>
          </a:bodyPr>
          <a:p>
            <a:r>
              <a:rPr dirty="0" lang="en-US" err="1">
                <a:solidFill>
                  <a:srgbClr val="0070C0"/>
                </a:solidFill>
                <a:latin typeface="Times New Roman" panose="02020603050405020304" pitchFamily="18" charset="0"/>
                <a:cs typeface="Times New Roman" panose="02020603050405020304" pitchFamily="18" charset="0"/>
              </a:rPr>
              <a:t>Cont</a:t>
            </a:r>
            <a:r>
              <a:rPr dirty="0" lang="en-US">
                <a:solidFill>
                  <a:srgbClr val="0070C0"/>
                </a:solidFill>
                <a:latin typeface="Times New Roman" panose="02020603050405020304" pitchFamily="18" charset="0"/>
                <a:cs typeface="Times New Roman" panose="02020603050405020304" pitchFamily="18" charset="0"/>
              </a:rPr>
              <a:t>…</a:t>
            </a:r>
            <a:endParaRPr dirty="0" lang="en-US">
              <a:latin typeface="Times New Roman" panose="02020603050405020304" pitchFamily="18" charset="0"/>
              <a:cs typeface="Times New Roman" panose="02020603050405020304" pitchFamily="18" charset="0"/>
            </a:endParaRPr>
          </a:p>
        </p:txBody>
      </p:sp>
      <p:sp>
        <p:nvSpPr>
          <p:cNvPr id="1048629" name="Subtitle 2"/>
          <p:cNvSpPr>
            <a:spLocks noGrp="1"/>
          </p:cNvSpPr>
          <p:nvPr>
            <p:ph type="subTitle" idx="1"/>
          </p:nvPr>
        </p:nvSpPr>
        <p:spPr>
          <a:xfrm flipH="1">
            <a:off x="8423010" y="1863696"/>
            <a:ext cx="45719" cy="1295400"/>
          </a:xfrm>
        </p:spPr>
        <p:txBody>
          <a:bodyPr>
            <a:normAutofit/>
          </a:bodyPr>
          <a:p>
            <a:r>
              <a:rPr dirty="0" sz="2000" lang="en-US">
                <a:solidFill>
                  <a:schemeClr val="tx1"/>
                </a:solidFill>
                <a:latin typeface="Times New Roman" panose="02020603050405020304" pitchFamily="18" charset="0"/>
                <a:cs typeface="Times New Roman" panose="02020603050405020304" pitchFamily="18" charset="0"/>
              </a:rPr>
              <a:t> </a:t>
            </a:r>
          </a:p>
        </p:txBody>
      </p:sp>
      <p:pic>
        <p:nvPicPr>
          <p:cNvPr id="2097166" name="Picture 3"/>
          <p:cNvPicPr>
            <a:picLocks noChangeAspect="1"/>
          </p:cNvPicPr>
          <p:nvPr/>
        </p:nvPicPr>
        <p:blipFill>
          <a:blip xmlns:r="http://schemas.openxmlformats.org/officeDocument/2006/relationships" r:embed="rId1"/>
          <a:stretch>
            <a:fillRect/>
          </a:stretch>
        </p:blipFill>
        <p:spPr>
          <a:xfrm>
            <a:off x="152400" y="152400"/>
            <a:ext cx="1561556" cy="1407600"/>
          </a:xfrm>
          <a:prstGeom prst="rect"/>
        </p:spPr>
      </p:pic>
      <p:sp>
        <p:nvSpPr>
          <p:cNvPr id="1048630" name="Subtitle 2"/>
          <p:cNvSpPr txBox="1"/>
          <p:nvPr/>
        </p:nvSpPr>
        <p:spPr>
          <a:xfrm>
            <a:off x="1066800" y="1673196"/>
            <a:ext cx="7162800" cy="2594004"/>
          </a:xfrm>
          <a:prstGeom prst="rect"/>
        </p:spPr>
        <p:txBody>
          <a:bodyPr tIns="0">
            <a:normAutofit/>
          </a:bodyPr>
          <a:lstStyle>
            <a:lvl1pPr algn="l" eaLnBrk="1" hangingPunct="1" indent="0" latinLnBrk="0" marL="27432" rtl="0">
              <a:lnSpc>
                <a:spcPct val="100000"/>
              </a:lnSpc>
              <a:spcBef>
                <a:spcPts val="600"/>
              </a:spcBef>
              <a:buClr>
                <a:schemeClr val="accent1"/>
              </a:buClr>
              <a:buSzPct val="80000"/>
              <a:buFont typeface="Wingdings 2"/>
              <a:buNone/>
              <a:defRPr sz="2600" kern="1200" kumimoji="0">
                <a:solidFill>
                  <a:schemeClr val="tx2">
                    <a:shade val="30000"/>
                    <a:satMod val="150000"/>
                  </a:schemeClr>
                </a:solidFill>
                <a:latin typeface="+mn-lt"/>
                <a:ea typeface="+mn-ea"/>
                <a:cs typeface="+mn-cs"/>
              </a:defRPr>
            </a:lvl1pPr>
            <a:lvl2pPr algn="ctr" eaLnBrk="1" hangingPunct="1" indent="0" latinLnBrk="0" marL="457200" rtl="0">
              <a:lnSpc>
                <a:spcPct val="100000"/>
              </a:lnSpc>
              <a:spcBef>
                <a:spcPts val="550"/>
              </a:spcBef>
              <a:buClr>
                <a:schemeClr val="accent1"/>
              </a:buClr>
              <a:buFont typeface="Verdana"/>
              <a:buNone/>
              <a:defRPr sz="2800" kern="1200" kumimoji="0">
                <a:solidFill>
                  <a:schemeClr val="tx1"/>
                </a:solidFill>
                <a:latin typeface="+mn-lt"/>
                <a:ea typeface="+mn-ea"/>
                <a:cs typeface="+mn-cs"/>
              </a:defRPr>
            </a:lvl2pPr>
            <a:lvl3pPr algn="ctr" eaLnBrk="1" hangingPunct="1" indent="0" latinLnBrk="0" marL="914400" rtl="0">
              <a:lnSpc>
                <a:spcPct val="100000"/>
              </a:lnSpc>
              <a:spcBef>
                <a:spcPct val="20000"/>
              </a:spcBef>
              <a:buClr>
                <a:schemeClr val="accent2"/>
              </a:buClr>
              <a:buFont typeface="Wingdings 2"/>
              <a:buNone/>
              <a:defRPr sz="2400" kern="1200" kumimoji="0">
                <a:solidFill>
                  <a:schemeClr val="tx1"/>
                </a:solidFill>
                <a:latin typeface="+mn-lt"/>
                <a:ea typeface="+mn-ea"/>
                <a:cs typeface="+mn-cs"/>
              </a:defRPr>
            </a:lvl3pPr>
            <a:lvl4pPr algn="ctr" eaLnBrk="1" hangingPunct="1" indent="0" latinLnBrk="0" marL="1371600" rtl="0">
              <a:lnSpc>
                <a:spcPct val="100000"/>
              </a:lnSpc>
              <a:spcBef>
                <a:spcPct val="20000"/>
              </a:spcBef>
              <a:buClr>
                <a:schemeClr val="accent3"/>
              </a:buClr>
              <a:buFont typeface="Wingdings 2"/>
              <a:buNone/>
              <a:defRPr sz="2000" kern="1200" kumimoji="0">
                <a:solidFill>
                  <a:schemeClr val="tx1"/>
                </a:solidFill>
                <a:latin typeface="+mn-lt"/>
                <a:ea typeface="+mn-ea"/>
                <a:cs typeface="+mn-cs"/>
              </a:defRPr>
            </a:lvl4pPr>
            <a:lvl5pPr algn="ctr" eaLnBrk="1" hangingPunct="1" indent="0" latinLnBrk="0" marL="1828800" rtl="0">
              <a:lnSpc>
                <a:spcPct val="100000"/>
              </a:lnSpc>
              <a:spcBef>
                <a:spcPct val="20000"/>
              </a:spcBef>
              <a:buClr>
                <a:schemeClr val="accent4"/>
              </a:buClr>
              <a:buFont typeface="Wingdings 2"/>
              <a:buNone/>
              <a:defRPr sz="2000" kern="1200" kumimoji="0">
                <a:solidFill>
                  <a:schemeClr val="tx1"/>
                </a:solidFill>
                <a:latin typeface="+mn-lt"/>
                <a:ea typeface="+mn-ea"/>
                <a:cs typeface="+mn-cs"/>
              </a:defRPr>
            </a:lvl5pPr>
            <a:lvl6pPr algn="ctr" eaLnBrk="1" hangingPunct="1" indent="0" latinLnBrk="0" marL="2286000" rtl="0">
              <a:lnSpc>
                <a:spcPct val="100000"/>
              </a:lnSpc>
              <a:spcBef>
                <a:spcPct val="20000"/>
              </a:spcBef>
              <a:buClr>
                <a:schemeClr val="accent5"/>
              </a:buClr>
              <a:buFont typeface="Wingdings 2"/>
              <a:buNone/>
              <a:defRPr sz="2000" kern="1200" kumimoji="0">
                <a:solidFill>
                  <a:schemeClr val="tx1"/>
                </a:solidFill>
                <a:latin typeface="+mn-lt"/>
                <a:ea typeface="+mn-ea"/>
                <a:cs typeface="+mn-cs"/>
              </a:defRPr>
            </a:lvl6pPr>
            <a:lvl7pPr algn="ctr" eaLnBrk="1" hangingPunct="1" indent="0" latinLnBrk="0" marL="27432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7pPr>
            <a:lvl8pPr algn="ctr" eaLnBrk="1" hangingPunct="1" indent="0" latinLnBrk="0" marL="32004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8pPr>
            <a:lvl9pPr algn="ctr" eaLnBrk="1" hangingPunct="1" indent="0" latinLnBrk="0" marL="36576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9pPr>
          </a:lstStyle>
          <a:p>
            <a:r>
              <a:rPr b="1" dirty="0" sz="2800" lang="en-US">
                <a:solidFill>
                  <a:schemeClr val="tx1"/>
                </a:solidFill>
                <a:latin typeface="Times New Roman" panose="02020603050405020304" pitchFamily="18" charset="0"/>
                <a:cs typeface="Times New Roman" panose="02020603050405020304" pitchFamily="18" charset="0"/>
              </a:rPr>
              <a:t>Future Work :</a:t>
            </a:r>
          </a:p>
          <a:p>
            <a:pPr indent="-342900" marL="370332">
              <a:buClr>
                <a:schemeClr val="tx1"/>
              </a:buClr>
              <a:buFont typeface="Wingdings" panose="05000000000000000000" pitchFamily="2" charset="2"/>
              <a:buChar char="Ø"/>
            </a:pPr>
            <a:r>
              <a:rPr dirty="0" sz="2000" lang="en-IN"/>
              <a:t>Study can be extended under flood and extreme flow conditions.</a:t>
            </a:r>
          </a:p>
          <a:p>
            <a:pPr indent="-342900" marL="370332">
              <a:buClr>
                <a:schemeClr val="tx1"/>
              </a:buClr>
              <a:buFont typeface="Wingdings" panose="05000000000000000000" pitchFamily="2" charset="2"/>
              <a:buChar char="Ø"/>
            </a:pPr>
            <a:r>
              <a:rPr dirty="0" sz="2000" lang="en-IN"/>
              <a:t>Different soil types and pier shapes can be </a:t>
            </a:r>
            <a:r>
              <a:rPr dirty="0" sz="2000" lang="en-IN" err="1"/>
              <a:t>analyzed</a:t>
            </a:r>
            <a:r>
              <a:rPr dirty="0" sz="2000" lang="en-IN"/>
              <a:t>.</a:t>
            </a:r>
          </a:p>
          <a:p>
            <a:pPr indent="-342900" marL="370332">
              <a:buClr>
                <a:schemeClr val="tx1"/>
              </a:buClr>
              <a:buFont typeface="Wingdings" panose="05000000000000000000" pitchFamily="2" charset="2"/>
              <a:buChar char="Ø"/>
            </a:pPr>
            <a:r>
              <a:rPr dirty="0" sz="2000" lang="en-IN"/>
              <a:t>Advanced numerical and simulation methods can be used.</a:t>
            </a:r>
          </a:p>
          <a:p>
            <a:pPr indent="-342900" marL="370332">
              <a:buClr>
                <a:schemeClr val="tx1"/>
              </a:buClr>
              <a:buFont typeface="Wingdings" panose="05000000000000000000" pitchFamily="2" charset="2"/>
              <a:buChar char="Ø"/>
            </a:pPr>
            <a:r>
              <a:rPr dirty="0" sz="2000" lang="en-IN"/>
              <a:t>3D modelling can provide more accurate and detailed results.</a:t>
            </a:r>
          </a:p>
          <a:p>
            <a:endParaRPr dirty="0" sz="2000" lang="en-US">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31" name="Title 1"/>
          <p:cNvSpPr>
            <a:spLocks noGrp="1"/>
          </p:cNvSpPr>
          <p:nvPr>
            <p:ph type="ctrTitle"/>
          </p:nvPr>
        </p:nvSpPr>
        <p:spPr>
          <a:xfrm>
            <a:off x="1463452" y="426549"/>
            <a:ext cx="7162800" cy="706902"/>
          </a:xfrm>
        </p:spPr>
        <p:txBody>
          <a:bodyPr>
            <a:noAutofit/>
          </a:bodyPr>
          <a:p>
            <a:r>
              <a:rPr dirty="0" lang="en-US">
                <a:solidFill>
                  <a:srgbClr val="0070C0"/>
                </a:solidFill>
                <a:latin typeface="Times New Roman" panose="02020603050405020304" pitchFamily="18" charset="0"/>
                <a:cs typeface="Times New Roman" panose="02020603050405020304" pitchFamily="18" charset="0"/>
              </a:rPr>
              <a:t>Acknowledgements</a:t>
            </a:r>
            <a:endParaRPr dirty="0" lang="en-US">
              <a:latin typeface="Times New Roman" panose="02020603050405020304" pitchFamily="18" charset="0"/>
              <a:cs typeface="Times New Roman" panose="02020603050405020304" pitchFamily="18" charset="0"/>
            </a:endParaRPr>
          </a:p>
        </p:txBody>
      </p:sp>
      <p:sp>
        <p:nvSpPr>
          <p:cNvPr id="1048632" name="Subtitle 2"/>
          <p:cNvSpPr>
            <a:spLocks noGrp="1"/>
          </p:cNvSpPr>
          <p:nvPr>
            <p:ph type="subTitle" idx="1"/>
          </p:nvPr>
        </p:nvSpPr>
        <p:spPr>
          <a:xfrm>
            <a:off x="1143206" y="1600200"/>
            <a:ext cx="7803292" cy="2057400"/>
          </a:xfrm>
        </p:spPr>
        <p:txBody>
          <a:bodyPr>
            <a:noAutofit/>
          </a:bodyPr>
          <a:p>
            <a:r>
              <a:rPr b="1" dirty="0" sz="2400" lang="en-US">
                <a:latin typeface="Times New Roman" panose="02020603050405020304" pitchFamily="18" charset="0"/>
                <a:cs typeface="Times New Roman" panose="02020603050405020304" pitchFamily="18" charset="0"/>
              </a:rPr>
              <a:t>Guide: </a:t>
            </a:r>
            <a:endParaRPr b="1" dirty="0" sz="1800" lang="en-US">
              <a:latin typeface="Times New Roman" panose="02020603050405020304" pitchFamily="18" charset="0"/>
              <a:cs typeface="Times New Roman" panose="02020603050405020304" pitchFamily="18" charset="0"/>
            </a:endParaRPr>
          </a:p>
          <a:p>
            <a:pPr algn="just"/>
            <a:r>
              <a:rPr dirty="0" sz="1800" lang="en-US">
                <a:latin typeface="Times New Roman" panose="02020603050405020304" pitchFamily="18" charset="0"/>
                <a:cs typeface="Times New Roman" panose="02020603050405020304" pitchFamily="18" charset="0"/>
              </a:rPr>
              <a:t>I would like to express my sincere and heartfelt gratitude to my respected guide </a:t>
            </a:r>
            <a:r>
              <a:rPr b="1" dirty="0" sz="1900" lang="en-US">
                <a:latin typeface="Times New Roman" panose="02020603050405020304" pitchFamily="18" charset="0"/>
                <a:cs typeface="Times New Roman" panose="02020603050405020304" pitchFamily="18" charset="0"/>
              </a:rPr>
              <a:t>Mr. Baijnath Nishad</a:t>
            </a:r>
            <a:r>
              <a:rPr dirty="0" sz="1800" lang="en-US">
                <a:latin typeface="Times New Roman" panose="02020603050405020304" pitchFamily="18" charset="0"/>
                <a:cs typeface="Times New Roman" panose="02020603050405020304" pitchFamily="18" charset="0"/>
              </a:rPr>
              <a:t>, Assistant Professor </a:t>
            </a:r>
            <a:r>
              <a:rPr sz="1800" lang="en-US">
                <a:latin typeface="Times New Roman" panose="02020603050405020304" pitchFamily="18" charset="0"/>
                <a:cs typeface="Times New Roman" panose="02020603050405020304" pitchFamily="18" charset="0"/>
              </a:rPr>
              <a:t>&amp; Head of Department</a:t>
            </a:r>
            <a:r>
              <a:rPr dirty="0" sz="1800" lang="en-US">
                <a:latin typeface="Times New Roman" panose="02020603050405020304" pitchFamily="18" charset="0"/>
                <a:cs typeface="Times New Roman" panose="02020603050405020304" pitchFamily="18" charset="0"/>
              </a:rPr>
              <a:t>, Department of Civil Engineering, for his constant guidance, valuable suggestions, motivation, and continuous support throughout the completion of this research work. His technical expertise and encouragement helped me in successfully completing this study.</a:t>
            </a:r>
          </a:p>
        </p:txBody>
      </p:sp>
      <p:pic>
        <p:nvPicPr>
          <p:cNvPr id="2097167" name="Picture 3"/>
          <p:cNvPicPr>
            <a:picLocks noChangeAspect="1"/>
          </p:cNvPicPr>
          <p:nvPr/>
        </p:nvPicPr>
        <p:blipFill>
          <a:blip xmlns:r="http://schemas.openxmlformats.org/officeDocument/2006/relationships" r:embed="rId1"/>
          <a:stretch>
            <a:fillRect/>
          </a:stretch>
        </p:blipFill>
        <p:spPr>
          <a:xfrm>
            <a:off x="152400" y="152400"/>
            <a:ext cx="1561556" cy="1407600"/>
          </a:xfrm>
          <a:prstGeom prst="rect"/>
        </p:spPr>
      </p:pic>
      <p:sp>
        <p:nvSpPr>
          <p:cNvPr id="1048633" name="Subtitle 2"/>
          <p:cNvSpPr txBox="1"/>
          <p:nvPr/>
        </p:nvSpPr>
        <p:spPr>
          <a:xfrm>
            <a:off x="1166532" y="3810000"/>
            <a:ext cx="7803292" cy="2402400"/>
          </a:xfrm>
          <a:prstGeom prst="rect"/>
        </p:spPr>
        <p:txBody>
          <a:bodyPr tIns="0">
            <a:noAutofit/>
          </a:bodyPr>
          <a:lstStyle>
            <a:lvl1pPr algn="l" eaLnBrk="1" hangingPunct="1" indent="0" latinLnBrk="0" marL="27432" rtl="0">
              <a:lnSpc>
                <a:spcPct val="100000"/>
              </a:lnSpc>
              <a:spcBef>
                <a:spcPts val="600"/>
              </a:spcBef>
              <a:buClr>
                <a:schemeClr val="accent1"/>
              </a:buClr>
              <a:buSzPct val="80000"/>
              <a:buFont typeface="Wingdings 2"/>
              <a:buNone/>
              <a:defRPr sz="2600" kern="1200" kumimoji="0">
                <a:solidFill>
                  <a:schemeClr val="tx2">
                    <a:shade val="30000"/>
                    <a:satMod val="150000"/>
                  </a:schemeClr>
                </a:solidFill>
                <a:latin typeface="+mn-lt"/>
                <a:ea typeface="+mn-ea"/>
                <a:cs typeface="+mn-cs"/>
              </a:defRPr>
            </a:lvl1pPr>
            <a:lvl2pPr algn="ctr" eaLnBrk="1" hangingPunct="1" indent="0" latinLnBrk="0" marL="457200" rtl="0">
              <a:lnSpc>
                <a:spcPct val="100000"/>
              </a:lnSpc>
              <a:spcBef>
                <a:spcPts val="550"/>
              </a:spcBef>
              <a:buClr>
                <a:schemeClr val="accent1"/>
              </a:buClr>
              <a:buFont typeface="Verdana"/>
              <a:buNone/>
              <a:defRPr sz="2800" kern="1200" kumimoji="0">
                <a:solidFill>
                  <a:schemeClr val="tx1"/>
                </a:solidFill>
                <a:latin typeface="+mn-lt"/>
                <a:ea typeface="+mn-ea"/>
                <a:cs typeface="+mn-cs"/>
              </a:defRPr>
            </a:lvl2pPr>
            <a:lvl3pPr algn="ctr" eaLnBrk="1" hangingPunct="1" indent="0" latinLnBrk="0" marL="914400" rtl="0">
              <a:lnSpc>
                <a:spcPct val="100000"/>
              </a:lnSpc>
              <a:spcBef>
                <a:spcPct val="20000"/>
              </a:spcBef>
              <a:buClr>
                <a:schemeClr val="accent2"/>
              </a:buClr>
              <a:buFont typeface="Wingdings 2"/>
              <a:buNone/>
              <a:defRPr sz="2400" kern="1200" kumimoji="0">
                <a:solidFill>
                  <a:schemeClr val="tx1"/>
                </a:solidFill>
                <a:latin typeface="+mn-lt"/>
                <a:ea typeface="+mn-ea"/>
                <a:cs typeface="+mn-cs"/>
              </a:defRPr>
            </a:lvl3pPr>
            <a:lvl4pPr algn="ctr" eaLnBrk="1" hangingPunct="1" indent="0" latinLnBrk="0" marL="1371600" rtl="0">
              <a:lnSpc>
                <a:spcPct val="100000"/>
              </a:lnSpc>
              <a:spcBef>
                <a:spcPct val="20000"/>
              </a:spcBef>
              <a:buClr>
                <a:schemeClr val="accent3"/>
              </a:buClr>
              <a:buFont typeface="Wingdings 2"/>
              <a:buNone/>
              <a:defRPr sz="2000" kern="1200" kumimoji="0">
                <a:solidFill>
                  <a:schemeClr val="tx1"/>
                </a:solidFill>
                <a:latin typeface="+mn-lt"/>
                <a:ea typeface="+mn-ea"/>
                <a:cs typeface="+mn-cs"/>
              </a:defRPr>
            </a:lvl4pPr>
            <a:lvl5pPr algn="ctr" eaLnBrk="1" hangingPunct="1" indent="0" latinLnBrk="0" marL="1828800" rtl="0">
              <a:lnSpc>
                <a:spcPct val="100000"/>
              </a:lnSpc>
              <a:spcBef>
                <a:spcPct val="20000"/>
              </a:spcBef>
              <a:buClr>
                <a:schemeClr val="accent4"/>
              </a:buClr>
              <a:buFont typeface="Wingdings 2"/>
              <a:buNone/>
              <a:defRPr sz="2000" kern="1200" kumimoji="0">
                <a:solidFill>
                  <a:schemeClr val="tx1"/>
                </a:solidFill>
                <a:latin typeface="+mn-lt"/>
                <a:ea typeface="+mn-ea"/>
                <a:cs typeface="+mn-cs"/>
              </a:defRPr>
            </a:lvl5pPr>
            <a:lvl6pPr algn="ctr" eaLnBrk="1" hangingPunct="1" indent="0" latinLnBrk="0" marL="2286000" rtl="0">
              <a:lnSpc>
                <a:spcPct val="100000"/>
              </a:lnSpc>
              <a:spcBef>
                <a:spcPct val="20000"/>
              </a:spcBef>
              <a:buClr>
                <a:schemeClr val="accent5"/>
              </a:buClr>
              <a:buFont typeface="Wingdings 2"/>
              <a:buNone/>
              <a:defRPr sz="2000" kern="1200" kumimoji="0">
                <a:solidFill>
                  <a:schemeClr val="tx1"/>
                </a:solidFill>
                <a:latin typeface="+mn-lt"/>
                <a:ea typeface="+mn-ea"/>
                <a:cs typeface="+mn-cs"/>
              </a:defRPr>
            </a:lvl6pPr>
            <a:lvl7pPr algn="ctr" eaLnBrk="1" hangingPunct="1" indent="0" latinLnBrk="0" marL="27432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7pPr>
            <a:lvl8pPr algn="ctr" eaLnBrk="1" hangingPunct="1" indent="0" latinLnBrk="0" marL="32004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8pPr>
            <a:lvl9pPr algn="ctr" eaLnBrk="1" hangingPunct="1" indent="0" latinLnBrk="0" marL="3657600" rtl="0">
              <a:lnSpc>
                <a:spcPct val="100000"/>
              </a:lnSpc>
              <a:spcBef>
                <a:spcPct val="20000"/>
              </a:spcBef>
              <a:buClr>
                <a:schemeClr val="accent6"/>
              </a:buClr>
              <a:buFont typeface="Wingdings 2"/>
              <a:buNone/>
              <a:defRPr sz="2000" kern="1200" kumimoji="0">
                <a:solidFill>
                  <a:schemeClr val="tx1"/>
                </a:solidFill>
                <a:latin typeface="+mn-lt"/>
                <a:ea typeface="+mn-ea"/>
                <a:cs typeface="+mn-cs"/>
              </a:defRPr>
            </a:lvl9pPr>
          </a:lstStyle>
          <a:p>
            <a:r>
              <a:rPr b="1" dirty="0" sz="2400" lang="en-US">
                <a:latin typeface="Times New Roman" panose="02020603050405020304" pitchFamily="18" charset="0"/>
                <a:cs typeface="Times New Roman" panose="02020603050405020304" pitchFamily="18" charset="0"/>
              </a:rPr>
              <a:t>Institution: </a:t>
            </a:r>
            <a:endParaRPr b="1" dirty="0" sz="1800" lang="en-US">
              <a:latin typeface="Times New Roman" panose="02020603050405020304" pitchFamily="18" charset="0"/>
              <a:cs typeface="Times New Roman" panose="02020603050405020304" pitchFamily="18" charset="0"/>
            </a:endParaRPr>
          </a:p>
          <a:p>
            <a:pPr algn="just"/>
            <a:r>
              <a:rPr dirty="0" sz="1800" lang="en-US">
                <a:latin typeface="Times New Roman" panose="02020603050405020304" pitchFamily="18" charset="0"/>
                <a:cs typeface="Times New Roman" panose="02020603050405020304" pitchFamily="18" charset="0"/>
              </a:rPr>
              <a:t>I would also like to express my sincere thanks to </a:t>
            </a:r>
            <a:r>
              <a:rPr b="1" dirty="0" sz="1800" lang="en-US">
                <a:latin typeface="Times New Roman" panose="02020603050405020304" pitchFamily="18" charset="0"/>
                <a:cs typeface="Times New Roman" panose="02020603050405020304" pitchFamily="18" charset="0"/>
              </a:rPr>
              <a:t>Buddha Institute of Technology, Gorakhpur</a:t>
            </a:r>
            <a:r>
              <a:rPr dirty="0" sz="1800" lang="en-US">
                <a:latin typeface="Times New Roman" panose="02020603050405020304" pitchFamily="18" charset="0"/>
                <a:cs typeface="Times New Roman" panose="02020603050405020304" pitchFamily="18" charset="0"/>
              </a:rPr>
              <a:t> for providing a supportive academic environment, necessary resources, and infrastructure facilities which made this research work possible. I am also thankful to the Department of Civil Engineering for their cooperation and support.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34" name="Title 1"/>
          <p:cNvSpPr>
            <a:spLocks noGrp="1"/>
          </p:cNvSpPr>
          <p:nvPr>
            <p:ph type="ctrTitle"/>
          </p:nvPr>
        </p:nvSpPr>
        <p:spPr>
          <a:xfrm>
            <a:off x="1600200" y="596949"/>
            <a:ext cx="7162800" cy="706902"/>
          </a:xfrm>
        </p:spPr>
        <p:txBody>
          <a:bodyPr>
            <a:noAutofit/>
          </a:bodyPr>
          <a:p>
            <a:r>
              <a:rPr dirty="0" sz="4000" lang="en-US">
                <a:solidFill>
                  <a:srgbClr val="0070C0"/>
                </a:solidFill>
                <a:latin typeface="Times New Roman" panose="02020603050405020304" pitchFamily="18" charset="0"/>
                <a:cs typeface="Times New Roman" panose="02020603050405020304" pitchFamily="18" charset="0"/>
              </a:rPr>
              <a:t>References</a:t>
            </a:r>
            <a:endParaRPr dirty="0" sz="4000" lang="en-US">
              <a:latin typeface="Times New Roman" panose="02020603050405020304" pitchFamily="18" charset="0"/>
              <a:cs typeface="Times New Roman" panose="02020603050405020304" pitchFamily="18" charset="0"/>
            </a:endParaRPr>
          </a:p>
        </p:txBody>
      </p:sp>
      <p:sp>
        <p:nvSpPr>
          <p:cNvPr id="1048635" name="Subtitle 2"/>
          <p:cNvSpPr>
            <a:spLocks noGrp="1"/>
          </p:cNvSpPr>
          <p:nvPr>
            <p:ph type="subTitle" idx="1"/>
          </p:nvPr>
        </p:nvSpPr>
        <p:spPr>
          <a:xfrm>
            <a:off x="1219200" y="1572441"/>
            <a:ext cx="8077200" cy="3926400"/>
          </a:xfrm>
        </p:spPr>
        <p:txBody>
          <a:bodyPr>
            <a:normAutofit/>
          </a:bodyPr>
          <a:p>
            <a:pPr indent="-457200" lvl="0" marL="457200">
              <a:lnSpc>
                <a:spcPct val="115000"/>
              </a:lnSpc>
              <a:spcBef>
                <a:spcPts val="0"/>
              </a:spcBef>
              <a:buClr>
                <a:schemeClr val="dk1"/>
              </a:buClr>
              <a:buSzPts val="2180"/>
              <a:buFont typeface="Wingdings" panose="05000000000000000000" pitchFamily="2" charset="2"/>
              <a:buChar char="Ø"/>
            </a:pPr>
            <a:r>
              <a:rPr dirty="0" sz="4800" lang="en-IN"/>
              <a:t>Melville, B. W. (1997). Pier and abutment scour: Integrated approach. </a:t>
            </a:r>
            <a:r>
              <a:rPr dirty="0" sz="4800" i="1" lang="en-IN"/>
              <a:t>Journal of Hydraulic Engineering</a:t>
            </a:r>
            <a:r>
              <a:rPr dirty="0" sz="4800" lang="en-IN"/>
              <a:t>, 123(2), 125–136. </a:t>
            </a:r>
            <a:r>
              <a:rPr dirty="0" sz="4800" lang="en-IN">
                <a:hlinkClick r:id="rId1"/>
              </a:rPr>
              <a:t>https://doi.org/10.1061/(ASCE)0733-9429(1997)123:2(125)</a:t>
            </a:r>
            <a:endParaRPr dirty="0" sz="4800" lang="en-IN"/>
          </a:p>
          <a:p>
            <a:pPr indent="-457200" lvl="0" marL="457200">
              <a:lnSpc>
                <a:spcPct val="115000"/>
              </a:lnSpc>
              <a:spcBef>
                <a:spcPts val="0"/>
              </a:spcBef>
              <a:buClr>
                <a:schemeClr val="dk1"/>
              </a:buClr>
              <a:buSzPts val="2180"/>
              <a:buFont typeface="Wingdings" panose="05000000000000000000" pitchFamily="2" charset="2"/>
              <a:buChar char="Ø"/>
            </a:pPr>
            <a:r>
              <a:rPr dirty="0" sz="4800" lang="en-IN"/>
              <a:t>Richardson, E. V., &amp; Davis, S. R. (2001). Evaluating scour at bridges. </a:t>
            </a:r>
            <a:r>
              <a:rPr dirty="0" sz="4800" i="1" lang="en-IN"/>
              <a:t>Hydraulic Engineering Circular No. 18 (HEC-18)</a:t>
            </a:r>
            <a:r>
              <a:rPr dirty="0" sz="4800" lang="en-IN"/>
              <a:t>. Federal Highway Administration, Washington, D.C.</a:t>
            </a:r>
          </a:p>
          <a:p>
            <a:pPr indent="-457200" lvl="0" marL="457200">
              <a:lnSpc>
                <a:spcPct val="115000"/>
              </a:lnSpc>
              <a:spcBef>
                <a:spcPts val="0"/>
              </a:spcBef>
              <a:buClr>
                <a:schemeClr val="dk1"/>
              </a:buClr>
              <a:buSzPts val="2180"/>
              <a:buFont typeface="Wingdings" panose="05000000000000000000" pitchFamily="2" charset="2"/>
              <a:buChar char="Ø"/>
            </a:pPr>
            <a:r>
              <a:rPr dirty="0" sz="4800" lang="en-IN" err="1"/>
              <a:t>Raudkivi</a:t>
            </a:r>
            <a:r>
              <a:rPr dirty="0" sz="4800" lang="en-IN"/>
              <a:t>, A. J. (1986). Functional trends of scour at bridge piers. </a:t>
            </a:r>
            <a:r>
              <a:rPr dirty="0" sz="4800" i="1" lang="en-IN"/>
              <a:t>Journal of Hydraulic Research</a:t>
            </a:r>
            <a:r>
              <a:rPr dirty="0" sz="4800" lang="en-IN"/>
              <a:t>, 24(1), 23–36. </a:t>
            </a:r>
            <a:r>
              <a:rPr dirty="0" sz="4800" lang="en-IN">
                <a:hlinkClick r:id="rId2"/>
              </a:rPr>
              <a:t>https://doi.org/10.1080/00221688609499317</a:t>
            </a:r>
            <a:endParaRPr dirty="0" sz="4800" lang="en-IN"/>
          </a:p>
          <a:p>
            <a:pPr indent="-457200" lvl="0" marL="457200">
              <a:lnSpc>
                <a:spcPct val="115000"/>
              </a:lnSpc>
              <a:spcBef>
                <a:spcPts val="0"/>
              </a:spcBef>
              <a:buClr>
                <a:schemeClr val="dk1"/>
              </a:buClr>
              <a:buSzPts val="2180"/>
              <a:buFont typeface="Wingdings" panose="05000000000000000000" pitchFamily="2" charset="2"/>
              <a:buChar char="Ø"/>
            </a:pPr>
            <a:r>
              <a:rPr dirty="0" sz="4800" lang="en-IN"/>
              <a:t>Chiew, Y. M. (1992). Scour protection at bridge piers. </a:t>
            </a:r>
            <a:r>
              <a:rPr dirty="0" sz="4800" i="1" lang="en-IN"/>
              <a:t>Journal of Hydraulic Engineering</a:t>
            </a:r>
            <a:r>
              <a:rPr dirty="0" sz="4800" lang="en-IN"/>
              <a:t>, 118(9), 1260–1269. </a:t>
            </a:r>
            <a:r>
              <a:rPr dirty="0" sz="4800" lang="en-IN">
                <a:hlinkClick r:id="rId3"/>
              </a:rPr>
              <a:t>https://doi.org/10.1061/(ASCE)0733-9429(1992)118:9(1260)</a:t>
            </a:r>
            <a:endParaRPr dirty="0" sz="4800" lang="en-IN"/>
          </a:p>
          <a:p>
            <a:pPr indent="-457200" lvl="0" marL="457200">
              <a:lnSpc>
                <a:spcPct val="115000"/>
              </a:lnSpc>
              <a:spcBef>
                <a:spcPts val="0"/>
              </a:spcBef>
              <a:buClr>
                <a:schemeClr val="dk1"/>
              </a:buClr>
              <a:buSzPts val="2180"/>
              <a:buFont typeface="Wingdings" panose="05000000000000000000" pitchFamily="2" charset="2"/>
              <a:buChar char="Ø"/>
            </a:pPr>
            <a:r>
              <a:rPr dirty="0" sz="4800" lang="en-IN"/>
              <a:t>Dey, S. (2014). Fluvial hydrodynamics and scour. </a:t>
            </a:r>
            <a:r>
              <a:rPr dirty="0" sz="4800" i="1" lang="en-IN"/>
              <a:t>Advances in Water Resources</a:t>
            </a:r>
            <a:r>
              <a:rPr dirty="0" sz="4800" lang="en-IN"/>
              <a:t>, 62, 95–119. https://doi.org/10.1016/j.advwatres.2013.09.013</a:t>
            </a:r>
            <a:endParaRPr dirty="0" sz="4800" lang="en-US">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pic>
        <p:nvPicPr>
          <p:cNvPr id="2097168" name="Picture 3"/>
          <p:cNvPicPr>
            <a:picLocks noChangeAspect="1"/>
          </p:cNvPicPr>
          <p:nvPr/>
        </p:nvPicPr>
        <p:blipFill>
          <a:blip xmlns:r="http://schemas.openxmlformats.org/officeDocument/2006/relationships" r:embed="rId4"/>
          <a:stretch>
            <a:fillRect/>
          </a:stretch>
        </p:blipFill>
        <p:spPr>
          <a:xfrm>
            <a:off x="152400" y="152400"/>
            <a:ext cx="1561556" cy="1407600"/>
          </a:xfrm>
          <a:prstGeom prst="rec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36" name="Title 1"/>
          <p:cNvSpPr>
            <a:spLocks noGrp="1"/>
          </p:cNvSpPr>
          <p:nvPr>
            <p:ph type="ctrTitle"/>
          </p:nvPr>
        </p:nvSpPr>
        <p:spPr>
          <a:xfrm>
            <a:off x="1463452" y="426549"/>
            <a:ext cx="7162800" cy="706902"/>
          </a:xfrm>
        </p:spPr>
        <p:txBody>
          <a:bodyPr>
            <a:noAutofit/>
          </a:bodyPr>
          <a:p>
            <a:r>
              <a:rPr dirty="0" lang="en-US"/>
              <a:t> </a:t>
            </a:r>
          </a:p>
        </p:txBody>
      </p:sp>
      <p:sp>
        <p:nvSpPr>
          <p:cNvPr id="1048637" name="Subtitle 2"/>
          <p:cNvSpPr>
            <a:spLocks noGrp="1"/>
          </p:cNvSpPr>
          <p:nvPr>
            <p:ph type="subTitle" idx="1"/>
          </p:nvPr>
        </p:nvSpPr>
        <p:spPr>
          <a:xfrm>
            <a:off x="1143000" y="2971800"/>
            <a:ext cx="7406640" cy="1752600"/>
          </a:xfrm>
        </p:spPr>
        <p:txBody>
          <a:bodyPr>
            <a:normAutofit/>
          </a:bodyPr>
          <a:p>
            <a:pPr algn="ctr"/>
            <a:r>
              <a:rPr dirty="0" sz="7200" lang="en-US">
                <a:solidFill>
                  <a:srgbClr val="C00000"/>
                </a:solidFill>
              </a:rPr>
              <a:t>Thank You</a:t>
            </a:r>
          </a:p>
        </p:txBody>
      </p:sp>
      <p:pic>
        <p:nvPicPr>
          <p:cNvPr id="2097169" name="Picture 3"/>
          <p:cNvPicPr>
            <a:picLocks noChangeAspect="1"/>
          </p:cNvPicPr>
          <p:nvPr/>
        </p:nvPicPr>
        <p:blipFill>
          <a:blip xmlns:r="http://schemas.openxmlformats.org/officeDocument/2006/relationships" r:embed="rId1"/>
          <a:stretch>
            <a:fillRect/>
          </a:stretch>
        </p:blipFill>
        <p:spPr>
          <a:xfrm>
            <a:off x="152400" y="152400"/>
            <a:ext cx="1561556" cy="1407600"/>
          </a:xfrm>
          <a:prstGeom prst="rec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lastClr="000000" val="windowText"/>
      </a:dk1>
      <a:lt1>
        <a:sysClr lastClr="FFFFFF" val="window"/>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r="5400000" dist="25400" rotWithShape="0">
              <a:srgbClr val="000000">
                <a:alpha val="43137"/>
              </a:srgbClr>
            </a:outerShdw>
          </a:effectLst>
        </a:effectStyle>
        <a:effectStyle>
          <a:effectLst>
            <a:outerShdw blurRad="63500" dir="5400000" dist="25400" rotWithShape="0">
              <a:srgbClr val="000000">
                <a:alpha val="43137"/>
              </a:srgbClr>
            </a:outerShdw>
          </a:effectLst>
          <a:scene3d>
            <a:camera prst="orthographicFront" fov="0">
              <a:rot lat="0" lon="0" rev="0"/>
            </a:camera>
            <a:lightRig dir="tl" rig="brightRoom">
              <a:rot lat="0" lon="0" rev="8700000"/>
            </a:lightRig>
          </a:scene3d>
          <a:sp3d contourW="12700">
            <a:bevelT w="0" h="0"/>
            <a:contourClr>
              <a:schemeClr val="phClr">
                <a:shade val="80000"/>
              </a:schemeClr>
            </a:contourClr>
          </a:sp3d>
        </a:effectStyle>
        <a:effectStyle>
          <a:effectLst>
            <a:outerShdw blurRad="63500" dir="5400000" dist="25400" rotWithShape="0">
              <a:srgbClr val="000000">
                <a:alpha val="43137"/>
              </a:srgbClr>
            </a:outerShdw>
          </a:effectLst>
          <a:scene3d>
            <a:camera prst="orthographicFront" fov="0">
              <a:rot lat="0" lon="0" rev="0"/>
            </a:camera>
            <a:lightRig dir="tl" rig="brightRoom">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algn="tl" flip="xy" sx="90000" sy="90000" tx="0" ty="0"/>
        </a:blip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1st National Conference on Recent Trends in Science, Engineering and Technology (RTSET-2026)   Buddha Institute of  Technology , GIDA, Gorakhpur    Date of Conference: 27th – 28th March, 2026</dc:title>
  <dc:creator>office</dc:creator>
  <cp:lastModifiedBy>deepak maurya</cp:lastModifiedBy>
  <dcterms:created xsi:type="dcterms:W3CDTF">2006-08-15T13:00:00Z</dcterms:created>
  <dcterms:modified xsi:type="dcterms:W3CDTF">2026-04-14T08:39:51Z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7ae3a94fc42f4443a03e04f0fdf23cd2</vt:lpwstr>
  </property>
</Properties>
</file>